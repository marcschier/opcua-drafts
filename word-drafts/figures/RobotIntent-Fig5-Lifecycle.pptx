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1150" y="476250"/>
            <a:ext cx="2190750" cy="533400"/>
          </a:xfrm>
          <a:prstGeom prst="ellipse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115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Accepted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11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Queued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1150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Executing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1150" y="59055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Cancelled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50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Suspended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9400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Cancelling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1150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Succeeded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2900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Failed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34650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Retriable</a:t>
            </a:r>
          </a:p>
        </p:txBody>
      </p:sp>
      <p:sp>
        <p:nvSpPr>
          <p:cNvPr id="12" name="Oval 11"/>
          <p:cNvSpPr/>
          <p:nvPr/>
        </p:nvSpPr>
        <p:spPr>
          <a:xfrm>
            <a:off x="5391150" y="6991350"/>
            <a:ext cx="2190750" cy="533400"/>
          </a:xfrm>
          <a:prstGeom prst="ellipse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end</a:t>
            </a:r>
          </a:p>
        </p:txBody>
      </p:sp>
      <p:cxnSp>
        <p:nvCxnSpPr>
          <p:cNvPr id="13" name="Connector 12"/>
          <p:cNvCxnSpPr>
            <a:stCxn id="2" idx="2"/>
            <a:endCxn id="3" idx="0"/>
          </p:cNvCxnSpPr>
          <p:nvPr/>
        </p:nvCxnSpPr>
        <p:spPr>
          <a:xfrm>
            <a:off x="648652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3" idx="2"/>
            <a:endCxn id="4" idx="0"/>
          </p:cNvCxnSpPr>
          <p:nvPr/>
        </p:nvCxnSpPr>
        <p:spPr>
          <a:xfrm>
            <a:off x="648652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3" idx="2"/>
            <a:endCxn id="5" idx="0"/>
          </p:cNvCxnSpPr>
          <p:nvPr/>
        </p:nvCxnSpPr>
        <p:spPr>
          <a:xfrm>
            <a:off x="6486525" y="20955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4" idx="2"/>
            <a:endCxn id="5" idx="0"/>
          </p:cNvCxnSpPr>
          <p:nvPr/>
        </p:nvCxnSpPr>
        <p:spPr>
          <a:xfrm>
            <a:off x="64865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4" idx="2"/>
            <a:endCxn id="6" idx="0"/>
          </p:cNvCxnSpPr>
          <p:nvPr/>
        </p:nvCxnSpPr>
        <p:spPr>
          <a:xfrm>
            <a:off x="6486525" y="318135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5" idx="2"/>
            <a:endCxn id="7" idx="0"/>
          </p:cNvCxnSpPr>
          <p:nvPr/>
        </p:nvCxnSpPr>
        <p:spPr>
          <a:xfrm flipH="1">
            <a:off x="1343025" y="426720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7" idx="2"/>
            <a:endCxn id="5" idx="0"/>
          </p:cNvCxnSpPr>
          <p:nvPr/>
        </p:nvCxnSpPr>
        <p:spPr>
          <a:xfrm flipV="1">
            <a:off x="1343025" y="3733800"/>
            <a:ext cx="514350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5" idx="2"/>
            <a:endCxn id="8" idx="0"/>
          </p:cNvCxnSpPr>
          <p:nvPr/>
        </p:nvCxnSpPr>
        <p:spPr>
          <a:xfrm flipH="1">
            <a:off x="3914775" y="42672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8" idx="2"/>
            <a:endCxn id="6" idx="0"/>
          </p:cNvCxnSpPr>
          <p:nvPr/>
        </p:nvCxnSpPr>
        <p:spPr>
          <a:xfrm>
            <a:off x="3914775" y="53530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5" idx="2"/>
            <a:endCxn id="9" idx="0"/>
          </p:cNvCxnSpPr>
          <p:nvPr/>
        </p:nvCxnSpPr>
        <p:spPr>
          <a:xfrm>
            <a:off x="64865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5" idx="2"/>
            <a:endCxn id="10" idx="0"/>
          </p:cNvCxnSpPr>
          <p:nvPr/>
        </p:nvCxnSpPr>
        <p:spPr>
          <a:xfrm>
            <a:off x="6486525" y="42672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5" idx="2"/>
            <a:endCxn id="11" idx="0"/>
          </p:cNvCxnSpPr>
          <p:nvPr/>
        </p:nvCxnSpPr>
        <p:spPr>
          <a:xfrm>
            <a:off x="6486525" y="426720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1" idx="2"/>
            <a:endCxn id="12" idx="0"/>
          </p:cNvCxnSpPr>
          <p:nvPr/>
        </p:nvCxnSpPr>
        <p:spPr>
          <a:xfrm flipH="1">
            <a:off x="6486525" y="535305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9" idx="2"/>
            <a:endCxn id="12" idx="0"/>
          </p:cNvCxnSpPr>
          <p:nvPr/>
        </p:nvCxnSpPr>
        <p:spPr>
          <a:xfrm>
            <a:off x="6486525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0" idx="2"/>
            <a:endCxn id="12" idx="0"/>
          </p:cNvCxnSpPr>
          <p:nvPr/>
        </p:nvCxnSpPr>
        <p:spPr>
          <a:xfrm flipH="1">
            <a:off x="6486525" y="53530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6" idx="2"/>
            <a:endCxn id="12" idx="0"/>
          </p:cNvCxnSpPr>
          <p:nvPr/>
        </p:nvCxnSpPr>
        <p:spPr>
          <a:xfrm>
            <a:off x="6486525" y="64389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