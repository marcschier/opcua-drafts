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ExampleRobotSystem : MotionDeviceSystemType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91150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[IObservableType]</a:t>
            </a:r>
          </a:p>
        </p:txBody>
      </p:sp>
      <p:sp>
        <p:nvSpPr>
          <p:cNvPr id="4" name="Rectangle 3"/>
          <p:cNvSpPr/>
          <p:nvPr/>
        </p:nvSpPr>
        <p:spPr>
          <a:xfrm>
            <a:off x="79629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Robotics : ObservabilityBindingGroupType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Observability : ObservabilityFolderType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Metrics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Metrics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AxisActualPosition : BoundVariableType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247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MotionDevices/MotionDevice_1/Axes/Axis_1/ParameterSet/ActualPosition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MotorTemperature : BoundVariableType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MotionDevices/MotionDevice_1/PowerTrains/PowerTrain_1/Motor_1/ParameterSet/MotorTemperature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SpeedOverride : BoundVariableType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11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MotionDevices/MotionDevice_1/ParameterSet/SpeedOverride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Logs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Logs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BoundEventFieldType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AlarmConditionType/EventId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346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EventType : BoundEventFieldType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AlarmConditionType/EventType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BoundEventFieldType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106400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AlarmConditionType/SourceName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Traces : ObservabilityBindingType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Traces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052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EventId : BoundEventFieldType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0527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BaseEventType/EventId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702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SourceName : BoundEventFieldType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702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BaseEventType/SourceName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8775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Time : BoundEventFieldType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48775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BaseEventType/Time</a:t>
            </a:r>
          </a:p>
        </p:txBody>
      </p:sp>
      <p:cxnSp>
        <p:nvCxnSpPr>
          <p:cNvPr id="27" name="Connector 26"/>
          <p:cNvCxnSpPr>
            <a:stCxn id="2" idx="2"/>
            <a:endCxn id="3" idx="0"/>
          </p:cNvCxnSpPr>
          <p:nvPr/>
        </p:nvCxnSpPr>
        <p:spPr>
          <a:xfrm flipH="1">
            <a:off x="6486525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167562" y="1228725"/>
            <a:ext cx="6381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HasInterface</a:t>
            </a:r>
          </a:p>
        </p:txBody>
      </p:sp>
      <p:cxnSp>
        <p:nvCxnSpPr>
          <p:cNvPr id="29" name="Connector 28"/>
          <p:cNvCxnSpPr>
            <a:stCxn id="2" idx="2"/>
            <a:endCxn id="4" idx="0"/>
          </p:cNvCxnSpPr>
          <p:nvPr/>
        </p:nvCxnSpPr>
        <p:spPr>
          <a:xfrm>
            <a:off x="7772400" y="10096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453437" y="12287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1" name="Connector 30"/>
          <p:cNvCxnSpPr>
            <a:stCxn id="4" idx="2"/>
            <a:endCxn id="5" idx="0"/>
          </p:cNvCxnSpPr>
          <p:nvPr/>
        </p:nvCxnSpPr>
        <p:spPr>
          <a:xfrm flipH="1">
            <a:off x="3914775" y="20955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24625" y="231457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CollectedBy</a:t>
            </a:r>
          </a:p>
        </p:txBody>
      </p:sp>
      <p:cxnSp>
        <p:nvCxnSpPr>
          <p:cNvPr id="33" name="Connector 32"/>
          <p:cNvCxnSpPr>
            <a:stCxn id="4" idx="2"/>
            <a:endCxn id="6" idx="0"/>
          </p:cNvCxnSpPr>
          <p:nvPr/>
        </p:nvCxnSpPr>
        <p:spPr>
          <a:xfrm flipH="1">
            <a:off x="648652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810500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5" name="Connector 34"/>
          <p:cNvCxnSpPr>
            <a:stCxn id="6" idx="2"/>
            <a:endCxn id="7" idx="0"/>
          </p:cNvCxnSpPr>
          <p:nvPr/>
        </p:nvCxnSpPr>
        <p:spPr>
          <a:xfrm flipH="1">
            <a:off x="134302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952875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37" name="Connector 36"/>
          <p:cNvCxnSpPr>
            <a:stCxn id="7" idx="2"/>
            <a:endCxn id="8" idx="0"/>
          </p:cNvCxnSpPr>
          <p:nvPr/>
        </p:nvCxnSpPr>
        <p:spPr>
          <a:xfrm>
            <a:off x="1343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81125" y="5029200"/>
            <a:ext cx="666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39" name="Connector 38"/>
          <p:cNvCxnSpPr>
            <a:stCxn id="6" idx="2"/>
            <a:endCxn id="9" idx="0"/>
          </p:cNvCxnSpPr>
          <p:nvPr/>
        </p:nvCxnSpPr>
        <p:spPr>
          <a:xfrm flipH="1"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238750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1" name="Connector 40"/>
          <p:cNvCxnSpPr>
            <a:stCxn id="9" idx="2"/>
            <a:endCxn id="10" idx="0"/>
          </p:cNvCxnSpPr>
          <p:nvPr/>
        </p:nvCxnSpPr>
        <p:spPr>
          <a:xfrm>
            <a:off x="39147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952875" y="5457825"/>
            <a:ext cx="666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43" name="Connector 42"/>
          <p:cNvCxnSpPr>
            <a:stCxn id="6" idx="2"/>
            <a:endCxn id="11" idx="0"/>
          </p:cNvCxnSpPr>
          <p:nvPr/>
        </p:nvCxnSpPr>
        <p:spPr>
          <a:xfrm>
            <a:off x="648652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524625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5" name="Connector 44"/>
          <p:cNvCxnSpPr>
            <a:stCxn id="11" idx="2"/>
            <a:endCxn id="12" idx="0"/>
          </p:cNvCxnSpPr>
          <p:nvPr/>
        </p:nvCxnSpPr>
        <p:spPr>
          <a:xfrm>
            <a:off x="64865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24625" y="5457825"/>
            <a:ext cx="6667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BindsToNode</a:t>
            </a:r>
          </a:p>
        </p:txBody>
      </p:sp>
      <p:cxnSp>
        <p:nvCxnSpPr>
          <p:cNvPr id="47" name="Connector 46"/>
          <p:cNvCxnSpPr>
            <a:stCxn id="4" idx="2"/>
            <a:endCxn id="13" idx="0"/>
          </p:cNvCxnSpPr>
          <p:nvPr/>
        </p:nvCxnSpPr>
        <p:spPr>
          <a:xfrm>
            <a:off x="905827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096375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49" name="Connector 48"/>
          <p:cNvCxnSpPr>
            <a:stCxn id="13" idx="2"/>
            <a:endCxn id="14" idx="0"/>
          </p:cNvCxnSpPr>
          <p:nvPr/>
        </p:nvCxnSpPr>
        <p:spPr>
          <a:xfrm>
            <a:off x="9058275" y="31813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9096375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1" name="Connector 50"/>
          <p:cNvCxnSpPr>
            <a:stCxn id="14" idx="2"/>
            <a:endCxn id="15" idx="0"/>
          </p:cNvCxnSpPr>
          <p:nvPr/>
        </p:nvCxnSpPr>
        <p:spPr>
          <a:xfrm>
            <a:off x="90582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9096375" y="545782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53" name="Connector 52"/>
          <p:cNvCxnSpPr>
            <a:stCxn id="13" idx="2"/>
            <a:endCxn id="16" idx="0"/>
          </p:cNvCxnSpPr>
          <p:nvPr/>
        </p:nvCxnSpPr>
        <p:spPr>
          <a:xfrm>
            <a:off x="90582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10382250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5" name="Connector 54"/>
          <p:cNvCxnSpPr>
            <a:stCxn id="16" idx="2"/>
            <a:endCxn id="17" idx="0"/>
          </p:cNvCxnSpPr>
          <p:nvPr/>
        </p:nvCxnSpPr>
        <p:spPr>
          <a:xfrm>
            <a:off x="1163002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1668125" y="5029200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57" name="Connector 56"/>
          <p:cNvCxnSpPr>
            <a:stCxn id="13" idx="2"/>
            <a:endCxn id="18" idx="0"/>
          </p:cNvCxnSpPr>
          <p:nvPr/>
        </p:nvCxnSpPr>
        <p:spPr>
          <a:xfrm>
            <a:off x="9058275" y="318135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1668125" y="340042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59" name="Connector 58"/>
          <p:cNvCxnSpPr>
            <a:stCxn id="18" idx="2"/>
            <a:endCxn id="19" idx="0"/>
          </p:cNvCxnSpPr>
          <p:nvPr/>
        </p:nvCxnSpPr>
        <p:spPr>
          <a:xfrm>
            <a:off x="14201775" y="426720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4239875" y="5029200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61" name="Connector 60"/>
          <p:cNvCxnSpPr>
            <a:stCxn id="4" idx="2"/>
            <a:endCxn id="20" idx="0"/>
          </p:cNvCxnSpPr>
          <p:nvPr/>
        </p:nvCxnSpPr>
        <p:spPr>
          <a:xfrm>
            <a:off x="905827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10382250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3" name="Connector 62"/>
          <p:cNvCxnSpPr>
            <a:stCxn id="20" idx="2"/>
            <a:endCxn id="21" idx="0"/>
          </p:cNvCxnSpPr>
          <p:nvPr/>
        </p:nvCxnSpPr>
        <p:spPr>
          <a:xfrm flipH="1">
            <a:off x="5200650" y="3181350"/>
            <a:ext cx="64293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453437" y="43719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5" name="Connector 64"/>
          <p:cNvCxnSpPr>
            <a:stCxn id="21" idx="2"/>
            <a:endCxn id="22" idx="0"/>
          </p:cNvCxnSpPr>
          <p:nvPr/>
        </p:nvCxnSpPr>
        <p:spPr>
          <a:xfrm>
            <a:off x="520065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238750" y="65436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67" name="Connector 66"/>
          <p:cNvCxnSpPr>
            <a:stCxn id="20" idx="2"/>
            <a:endCxn id="23" idx="0"/>
          </p:cNvCxnSpPr>
          <p:nvPr/>
        </p:nvCxnSpPr>
        <p:spPr>
          <a:xfrm flipH="1">
            <a:off x="7772400" y="3181350"/>
            <a:ext cx="385762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9739312" y="43719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69" name="Connector 68"/>
          <p:cNvCxnSpPr>
            <a:stCxn id="23" idx="2"/>
            <a:endCxn id="24" idx="0"/>
          </p:cNvCxnSpPr>
          <p:nvPr/>
        </p:nvCxnSpPr>
        <p:spPr>
          <a:xfrm>
            <a:off x="777240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810500" y="65436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  <p:cxnSp>
        <p:nvCxnSpPr>
          <p:cNvPr id="71" name="Connector 70"/>
          <p:cNvCxnSpPr>
            <a:stCxn id="20" idx="2"/>
            <a:endCxn id="25" idx="0"/>
          </p:cNvCxnSpPr>
          <p:nvPr/>
        </p:nvCxnSpPr>
        <p:spPr>
          <a:xfrm flipH="1">
            <a:off x="10344150" y="318135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11025187" y="43719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73" name="Connector 72"/>
          <p:cNvCxnSpPr>
            <a:stCxn id="25" idx="2"/>
            <a:endCxn id="26" idx="0"/>
          </p:cNvCxnSpPr>
          <p:nvPr/>
        </p:nvCxnSpPr>
        <p:spPr>
          <a:xfrm>
            <a:off x="1034415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0382250" y="6543675"/>
            <a:ext cx="5524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event field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