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438650" cy="320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Publisher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2095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Subscriber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2095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2525" y="1047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52525" y="876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DataType or DataSet shape changes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525" y="1428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52525" y="1257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Recompute new SchemaId from Parsing Canonical Form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52525" y="1809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52525" y="1638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Discovery AvroSchemaAnnouncement(New SchemaId, New SchemaJson, SchemaEpoch)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52525" y="2190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2525" y="2019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Data NetworkMessage(New SchemaId, Avro binary payload)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86125" y="2571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86125" y="2400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Cache new schema and decode with New SchemaId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