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20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Decoder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Arrow IPC Schema message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schema metadata schemaId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861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861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verify SHA-256(Schema) == SchemaId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cache[SchemaId] = Schema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RecordBatch rows for SchemaId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RecordBatch rows for SchemaId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decode batches with cached Schema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