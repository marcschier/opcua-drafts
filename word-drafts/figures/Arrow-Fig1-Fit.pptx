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38650" cy="320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Publisher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Decoder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Arrow IPC Schema message</a:t>
            </a:r>
          </a:p>
          <a:p>
            <a:pPr algn="ctr"/>
            <a:r>
              <a:rPr sz="800">
                <a:solidFill>
                  <a:srgbClr val="111111"/>
                </a:solidFill>
              </a:rPr>
              <a:t>schema metadata schemaId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86125" y="1428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86125" y="1257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verify SHA-256(Schema) == SchemaId</a:t>
            </a:r>
          </a:p>
          <a:p>
            <a:pPr algn="ctr"/>
            <a:r>
              <a:rPr sz="800">
                <a:solidFill>
                  <a:srgbClr val="111111"/>
                </a:solidFill>
              </a:rPr>
              <a:t>cache[SchemaId] = Schema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RecordBatch rows for SchemaId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RecordBatch rows for SchemaId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86125" y="2571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86125" y="2400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decode batches with cached Schema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