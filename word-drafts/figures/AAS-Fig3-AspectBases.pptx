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973050" cy="3429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9115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BaseObjectType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15335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AASHasSemanticsType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0527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AASHasKindType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66770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AASHasDataSpecificationType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924877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AASQualifiableType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SemanticId</a:t>
            </a:r>
          </a:p>
        </p:txBody>
      </p:sp>
      <p:sp>
        <p:nvSpPr>
          <p:cNvPr id="8" name="Rectangle 7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SupplementalSemanticIds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Kind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629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EmbeddedDataSpecifications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34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Qualifiers</a:t>
            </a:r>
          </a:p>
        </p:txBody>
      </p:sp>
      <p:cxnSp>
        <p:nvCxnSpPr>
          <p:cNvPr id="12" name="Connector 11"/>
          <p:cNvCxnSpPr>
            <a:stCxn id="2" idx="2"/>
            <a:endCxn id="3" idx="0"/>
          </p:cNvCxnSpPr>
          <p:nvPr/>
        </p:nvCxnSpPr>
        <p:spPr>
          <a:xfrm flipH="1">
            <a:off x="2628900" y="100965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95812" y="122872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4" name="Connector 13"/>
          <p:cNvCxnSpPr>
            <a:stCxn id="2" idx="2"/>
            <a:endCxn id="4" idx="0"/>
          </p:cNvCxnSpPr>
          <p:nvPr/>
        </p:nvCxnSpPr>
        <p:spPr>
          <a:xfrm flipH="1">
            <a:off x="5200650" y="10096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81687" y="122872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6" name="Connector 15"/>
          <p:cNvCxnSpPr>
            <a:stCxn id="2" idx="2"/>
            <a:endCxn id="5" idx="0"/>
          </p:cNvCxnSpPr>
          <p:nvPr/>
        </p:nvCxnSpPr>
        <p:spPr>
          <a:xfrm>
            <a:off x="6486525" y="10096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67562" y="122872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8" name="Connector 17"/>
          <p:cNvCxnSpPr>
            <a:stCxn id="2" idx="2"/>
            <a:endCxn id="6" idx="0"/>
          </p:cNvCxnSpPr>
          <p:nvPr/>
        </p:nvCxnSpPr>
        <p:spPr>
          <a:xfrm>
            <a:off x="6486525" y="100965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53437" y="122872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20" name="Connector 19"/>
          <p:cNvCxnSpPr>
            <a:stCxn id="3" idx="2"/>
            <a:endCxn id="7" idx="0"/>
          </p:cNvCxnSpPr>
          <p:nvPr/>
        </p:nvCxnSpPr>
        <p:spPr>
          <a:xfrm flipH="1">
            <a:off x="1343025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024062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2" name="Connector 21"/>
          <p:cNvCxnSpPr>
            <a:stCxn id="3" idx="2"/>
            <a:endCxn id="8" idx="0"/>
          </p:cNvCxnSpPr>
          <p:nvPr/>
        </p:nvCxnSpPr>
        <p:spPr>
          <a:xfrm>
            <a:off x="2628900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09937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4" name="Connector 23"/>
          <p:cNvCxnSpPr>
            <a:stCxn id="4" idx="2"/>
            <a:endCxn id="9" idx="0"/>
          </p:cNvCxnSpPr>
          <p:nvPr/>
        </p:nvCxnSpPr>
        <p:spPr>
          <a:xfrm>
            <a:off x="5200650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881687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6" name="Connector 25"/>
          <p:cNvCxnSpPr>
            <a:stCxn id="5" idx="2"/>
            <a:endCxn id="10" idx="0"/>
          </p:cNvCxnSpPr>
          <p:nvPr/>
        </p:nvCxnSpPr>
        <p:spPr>
          <a:xfrm>
            <a:off x="7772400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53437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8" name="Connector 27"/>
          <p:cNvCxnSpPr>
            <a:stCxn id="6" idx="2"/>
            <a:endCxn id="11" idx="0"/>
          </p:cNvCxnSpPr>
          <p:nvPr/>
        </p:nvCxnSpPr>
        <p:spPr>
          <a:xfrm>
            <a:off x="10344150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1025187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