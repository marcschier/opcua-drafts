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458325" cy="57721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7650" y="1162050"/>
            <a:ext cx="6391275" cy="4362450"/>
          </a:xfrm>
          <a:prstGeom prst="roundRect">
            <a:avLst/>
          </a:prstGeom>
          <a:solidFill>
            <a:srgbClr val="F7F7F7"/>
          </a:solidFill>
          <a:ln w="9525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sz="1000" b="1">
                <a:solidFill>
                  <a:srgbClr val="111111"/>
                </a:solidFill>
              </a:rPr>
              <a:t>OPC UA Server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910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Server/OpenUSD : OpenUsdRootType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497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Stages : Folder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725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Representations : Folder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70497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PlantStage : OpenUsdStageType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90850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Pump101 : PumpType (domain Object)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90850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OpenUsdRepresentation : OpenUsdRepresentationType (AddIn)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6725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Speed binding : OpenUsdValueChangeBindingType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08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Generic connector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Browse + Subscribe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99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OpenUSD stage / Omniverse</a:t>
            </a:r>
          </a:p>
        </p:txBody>
      </p:sp>
      <p:cxnSp>
        <p:nvCxnSpPr>
          <p:cNvPr id="12" name="Connector 11"/>
          <p:cNvCxnSpPr>
            <a:stCxn id="3" idx="2"/>
            <a:endCxn id="4" idx="0"/>
          </p:cNvCxnSpPr>
          <p:nvPr/>
        </p:nvCxnSpPr>
        <p:spPr>
          <a:xfrm>
            <a:off x="1514475" y="20955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4" idx="2"/>
            <a:endCxn id="6" idx="0"/>
          </p:cNvCxnSpPr>
          <p:nvPr/>
        </p:nvCxnSpPr>
        <p:spPr>
          <a:xfrm>
            <a:off x="2800350" y="318135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3" idx="2"/>
            <a:endCxn id="5" idx="0"/>
          </p:cNvCxnSpPr>
          <p:nvPr/>
        </p:nvCxnSpPr>
        <p:spPr>
          <a:xfrm>
            <a:off x="151447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2"/>
            <a:endCxn id="8" idx="0"/>
          </p:cNvCxnSpPr>
          <p:nvPr/>
        </p:nvCxnSpPr>
        <p:spPr>
          <a:xfrm>
            <a:off x="4086225" y="2095500"/>
            <a:ext cx="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124325" y="3286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HasAddIn</a:t>
            </a:r>
          </a:p>
        </p:txBody>
      </p:sp>
      <p:cxnSp>
        <p:nvCxnSpPr>
          <p:cNvPr id="17" name="Connector 16"/>
          <p:cNvCxnSpPr>
            <a:stCxn id="5" idx="2"/>
            <a:endCxn id="8" idx="0"/>
          </p:cNvCxnSpPr>
          <p:nvPr/>
        </p:nvCxnSpPr>
        <p:spPr>
          <a:xfrm flipH="1">
            <a:off x="40862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67262" y="340042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Organizes</a:t>
            </a:r>
          </a:p>
        </p:txBody>
      </p:sp>
      <p:cxnSp>
        <p:nvCxnSpPr>
          <p:cNvPr id="19" name="Connector 18"/>
          <p:cNvCxnSpPr>
            <a:stCxn id="8" idx="2"/>
            <a:endCxn id="9" idx="0"/>
          </p:cNvCxnSpPr>
          <p:nvPr/>
        </p:nvCxnSpPr>
        <p:spPr>
          <a:xfrm>
            <a:off x="40862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8" idx="2"/>
            <a:endCxn id="6" idx="0"/>
          </p:cNvCxnSpPr>
          <p:nvPr/>
        </p:nvCxnSpPr>
        <p:spPr>
          <a:xfrm flipH="1">
            <a:off x="280035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81387" y="4486275"/>
            <a:ext cx="323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Stage</a:t>
            </a:r>
          </a:p>
        </p:txBody>
      </p:sp>
      <p:cxnSp>
        <p:nvCxnSpPr>
          <p:cNvPr id="22" name="Connector 21"/>
          <p:cNvCxnSpPr>
            <a:stCxn id="10" idx="2"/>
            <a:endCxn id="3" idx="0"/>
          </p:cNvCxnSpPr>
          <p:nvPr/>
        </p:nvCxnSpPr>
        <p:spPr>
          <a:xfrm flipH="1">
            <a:off x="1514475" y="10096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2"/>
            <a:endCxn id="11" idx="0"/>
          </p:cNvCxnSpPr>
          <p:nvPr/>
        </p:nvCxnSpPr>
        <p:spPr>
          <a:xfrm>
            <a:off x="4086225" y="1009650"/>
            <a:ext cx="40290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