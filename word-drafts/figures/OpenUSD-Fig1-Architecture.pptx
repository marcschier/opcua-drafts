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458325" cy="57721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1162050"/>
            <a:ext cx="6391275" cy="43624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91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Server/OpenUSD : OpenUsdRootType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497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Stages : Folder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672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Representations : Folder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70497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PlantStage : OpenUsdStageType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908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Pump101 : PumpType (domain Object)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08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OpenUsdRepresentation : OpenUsdRepresentationType (AddIn)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67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Speed binding : OpenUsdValueChangeBindingType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8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Generic connector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Browse + Subscribe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99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OpenUSD stage / Omniverse</a:t>
            </a:r>
          </a:p>
        </p:txBody>
      </p:sp>
      <p:cxnSp>
        <p:nvCxnSpPr>
          <p:cNvPr id="12" name="Connector 11"/>
          <p:cNvCxnSpPr>
            <a:stCxn id="3" idx="2"/>
            <a:endCxn id="4" idx="0"/>
          </p:cNvCxnSpPr>
          <p:nvPr/>
        </p:nvCxnSpPr>
        <p:spPr>
          <a:xfrm>
            <a:off x="151447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4" idx="2"/>
            <a:endCxn id="6" idx="0"/>
          </p:cNvCxnSpPr>
          <p:nvPr/>
        </p:nvCxnSpPr>
        <p:spPr>
          <a:xfrm>
            <a:off x="2800350" y="318135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3" idx="2"/>
            <a:endCxn id="5" idx="0"/>
          </p:cNvCxnSpPr>
          <p:nvPr/>
        </p:nvCxnSpPr>
        <p:spPr>
          <a:xfrm>
            <a:off x="1514475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8" idx="0"/>
          </p:cNvCxnSpPr>
          <p:nvPr/>
        </p:nvCxnSpPr>
        <p:spPr>
          <a:xfrm>
            <a:off x="4086225" y="20955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24325" y="3286125"/>
            <a:ext cx="4095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HasAddIn</a:t>
            </a:r>
          </a:p>
        </p:txBody>
      </p:sp>
      <p:cxnSp>
        <p:nvCxnSpPr>
          <p:cNvPr id="17" name="Connector 16"/>
          <p:cNvCxnSpPr>
            <a:stCxn id="5" idx="2"/>
            <a:endCxn id="8" idx="0"/>
          </p:cNvCxnSpPr>
          <p:nvPr/>
        </p:nvCxnSpPr>
        <p:spPr>
          <a:xfrm flipH="1">
            <a:off x="408622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67262" y="340042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9" name="Connector 18"/>
          <p:cNvCxnSpPr>
            <a:stCxn id="8" idx="2"/>
            <a:endCxn id="9" idx="0"/>
          </p:cNvCxnSpPr>
          <p:nvPr/>
        </p:nvCxnSpPr>
        <p:spPr>
          <a:xfrm>
            <a:off x="4086225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8" idx="2"/>
            <a:endCxn id="6" idx="0"/>
          </p:cNvCxnSpPr>
          <p:nvPr/>
        </p:nvCxnSpPr>
        <p:spPr>
          <a:xfrm flipH="1">
            <a:off x="2800350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81387" y="4486275"/>
            <a:ext cx="2667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Stage</a:t>
            </a:r>
          </a:p>
        </p:txBody>
      </p:sp>
      <p:cxnSp>
        <p:nvCxnSpPr>
          <p:cNvPr id="22" name="Connector 21"/>
          <p:cNvCxnSpPr>
            <a:stCxn id="10" idx="2"/>
            <a:endCxn id="3" idx="0"/>
          </p:cNvCxnSpPr>
          <p:nvPr/>
        </p:nvCxnSpPr>
        <p:spPr>
          <a:xfrm flipH="1">
            <a:off x="1514475" y="10096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2"/>
            <a:endCxn id="11" idx="0"/>
          </p:cNvCxnSpPr>
          <p:nvPr/>
        </p:nvCxnSpPr>
        <p:spPr>
          <a:xfrm>
            <a:off x="4086225" y="1009650"/>
            <a:ext cx="40290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