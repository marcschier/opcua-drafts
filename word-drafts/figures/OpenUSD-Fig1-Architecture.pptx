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8001000" cy="56007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76200" y="76200"/>
            <a:ext cx="5105400" cy="5448300"/>
          </a:xfrm>
          <a:prstGeom prst="roundRect">
            <a:avLst/>
          </a:prstGeom>
          <a:solidFill>
            <a:srgbClr val="F7F7F7"/>
          </a:solidFill>
          <a:ln w="9525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l"/>
            <a:r>
              <a:rPr sz="1000" b="1">
                <a:solidFill>
                  <a:srgbClr val="111111"/>
                </a:solidFill>
              </a:rPr>
              <a:t>OPC UA Server</a:t>
            </a:r>
          </a:p>
        </p:txBody>
      </p:sp>
      <p:sp>
        <p:nvSpPr>
          <p:cNvPr id="3" name="Rectangle 2"/>
          <p:cNvSpPr/>
          <p:nvPr/>
        </p:nvSpPr>
        <p:spPr>
          <a:xfrm>
            <a:off x="24765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Server/OpenUSD : OpenUsdRootType</a:t>
            </a:r>
          </a:p>
        </p:txBody>
      </p:sp>
      <p:sp>
        <p:nvSpPr>
          <p:cNvPr id="4" name="Rectangle 3"/>
          <p:cNvSpPr/>
          <p:nvPr/>
        </p:nvSpPr>
        <p:spPr>
          <a:xfrm>
            <a:off x="24765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Stages : Folder</a:t>
            </a:r>
          </a:p>
        </p:txBody>
      </p:sp>
      <p:sp>
        <p:nvSpPr>
          <p:cNvPr id="5" name="Rectangle 4"/>
          <p:cNvSpPr/>
          <p:nvPr/>
        </p:nvSpPr>
        <p:spPr>
          <a:xfrm>
            <a:off x="2819400" y="26479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Representations : Folder</a:t>
            </a:r>
          </a:p>
        </p:txBody>
      </p:sp>
      <p:sp>
        <p:nvSpPr>
          <p:cNvPr id="6" name="Rectangle 5"/>
          <p:cNvSpPr/>
          <p:nvPr/>
        </p:nvSpPr>
        <p:spPr>
          <a:xfrm>
            <a:off x="24765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PlantStage : OpenUsdStageType</a:t>
            </a:r>
          </a:p>
        </p:txBody>
      </p:sp>
      <p:sp>
        <p:nvSpPr>
          <p:cNvPr id="7" name="Rectangle 6"/>
          <p:cNvSpPr/>
          <p:nvPr/>
        </p:nvSpPr>
        <p:spPr>
          <a:xfrm>
            <a:off x="24765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Pump101 : PumpType (domain Object)</a:t>
            </a:r>
          </a:p>
        </p:txBody>
      </p:sp>
      <p:sp>
        <p:nvSpPr>
          <p:cNvPr id="8" name="Rectangle 7"/>
          <p:cNvSpPr/>
          <p:nvPr/>
        </p:nvSpPr>
        <p:spPr>
          <a:xfrm>
            <a:off x="1533525" y="37338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OpenUsdRepresentation : OpenUsdRepresentationType (AddIn)</a:t>
            </a:r>
          </a:p>
        </p:txBody>
      </p:sp>
      <p:sp>
        <p:nvSpPr>
          <p:cNvPr id="9" name="Rectangle 8"/>
          <p:cNvSpPr/>
          <p:nvPr/>
        </p:nvSpPr>
        <p:spPr>
          <a:xfrm>
            <a:off x="2819400" y="48196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Speed binding : OpenUsdValueChangeBindingType</a:t>
            </a:r>
          </a:p>
        </p:txBody>
      </p:sp>
      <p:sp>
        <p:nvSpPr>
          <p:cNvPr id="10" name="Rectangle 9"/>
          <p:cNvSpPr/>
          <p:nvPr/>
        </p:nvSpPr>
        <p:spPr>
          <a:xfrm>
            <a:off x="5562600" y="47625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Generic connector</a:t>
            </a:r>
          </a:p>
          <a:p>
            <a:pPr algn="ctr"/>
            <a:r>
              <a:rPr sz="900">
                <a:solidFill>
                  <a:srgbClr val="111111"/>
                </a:solidFill>
              </a:rPr>
              <a:t>Browse + Subscribe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62600" y="1562100"/>
            <a:ext cx="2190750" cy="533400"/>
          </a:xfrm>
          <a:prstGeom prst="rect">
            <a:avLst/>
          </a:prstGeom>
          <a:solidFill>
            <a:srgbClr val="EEF3FA"/>
          </a:solidFill>
          <a:ln w="12700">
            <a:solidFill>
              <a:srgbClr val="44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900">
                <a:solidFill>
                  <a:srgbClr val="111111"/>
                </a:solidFill>
              </a:rPr>
              <a:t>OpenUSD stage / Omniverse</a:t>
            </a:r>
          </a:p>
        </p:txBody>
      </p:sp>
      <p:cxnSp>
        <p:nvCxnSpPr>
          <p:cNvPr id="12" name="Connector 11"/>
          <p:cNvCxnSpPr>
            <a:stCxn id="3" idx="2"/>
            <a:endCxn id="4" idx="0"/>
          </p:cNvCxnSpPr>
          <p:nvPr/>
        </p:nvCxnSpPr>
        <p:spPr>
          <a:xfrm>
            <a:off x="1343025" y="209550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>
            <a:stCxn id="4" idx="2"/>
            <a:endCxn id="6" idx="0"/>
          </p:cNvCxnSpPr>
          <p:nvPr/>
        </p:nvCxnSpPr>
        <p:spPr>
          <a:xfrm>
            <a:off x="1343025" y="3181350"/>
            <a:ext cx="0" cy="163830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>
            <a:stCxn id="3" idx="2"/>
            <a:endCxn id="5" idx="0"/>
          </p:cNvCxnSpPr>
          <p:nvPr/>
        </p:nvCxnSpPr>
        <p:spPr>
          <a:xfrm>
            <a:off x="1343025" y="2095500"/>
            <a:ext cx="25717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>
            <a:stCxn id="7" idx="2"/>
            <a:endCxn id="8" idx="0"/>
          </p:cNvCxnSpPr>
          <p:nvPr/>
        </p:nvCxnSpPr>
        <p:spPr>
          <a:xfrm>
            <a:off x="1343025" y="1009650"/>
            <a:ext cx="1285875" cy="27241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>
            <a:stCxn id="5" idx="2"/>
            <a:endCxn id="8" idx="0"/>
          </p:cNvCxnSpPr>
          <p:nvPr/>
        </p:nvCxnSpPr>
        <p:spPr>
          <a:xfrm flipH="1">
            <a:off x="2628900" y="318135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>
            <a:stCxn id="8" idx="2"/>
            <a:endCxn id="9" idx="0"/>
          </p:cNvCxnSpPr>
          <p:nvPr/>
        </p:nvCxnSpPr>
        <p:spPr>
          <a:xfrm>
            <a:off x="2628900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>
            <a:stCxn id="8" idx="2"/>
            <a:endCxn id="6" idx="0"/>
          </p:cNvCxnSpPr>
          <p:nvPr/>
        </p:nvCxnSpPr>
        <p:spPr>
          <a:xfrm flipH="1">
            <a:off x="1343025" y="4267200"/>
            <a:ext cx="1285875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>
            <a:stCxn id="10" idx="2"/>
            <a:endCxn id="3" idx="0"/>
          </p:cNvCxnSpPr>
          <p:nvPr/>
        </p:nvCxnSpPr>
        <p:spPr>
          <a:xfrm flipH="1">
            <a:off x="1343025" y="1009650"/>
            <a:ext cx="531495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>
            <a:stCxn id="10" idx="2"/>
            <a:endCxn id="11" idx="0"/>
          </p:cNvCxnSpPr>
          <p:nvPr/>
        </p:nvCxnSpPr>
        <p:spPr>
          <a:xfrm>
            <a:off x="6657975" y="1009650"/>
            <a:ext cx="0" cy="552450"/>
          </a:xfrm>
          <a:prstGeom prst="line">
            <a:avLst/>
          </a:prstGeom>
          <a:ln w="12700">
            <a:solidFill>
              <a:srgbClr val="44444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2026-01-01T00:00:00Z</dcterms:created>
  <dcterms:modified xsi:type="dcterms:W3CDTF">2026-01-01T00:00:00Z</dcterms:modified>
  <cp:category/>
</cp:coreProperties>
</file>