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686050" cy="99441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Result published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Operator or downstream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disagrees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SubmitCorrection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Purpose = GroundTruthLabel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DatasetType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SamplesCollected++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TriggerTraining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CandidateModel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65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Validating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650" y="80772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PromoteModel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7650" y="91630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now serving new version</a:t>
            </a:r>
          </a:p>
        </p:txBody>
      </p:sp>
      <p:cxnSp>
        <p:nvCxnSpPr>
          <p:cNvPr id="11" name="Connector 10"/>
          <p:cNvCxnSpPr>
            <a:stCxn id="2" idx="2"/>
            <a:endCxn id="3" idx="0"/>
          </p:cNvCxnSpPr>
          <p:nvPr/>
        </p:nvCxnSpPr>
        <p:spPr>
          <a:xfrm>
            <a:off x="134302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3" idx="2"/>
            <a:endCxn id="4" idx="0"/>
          </p:cNvCxnSpPr>
          <p:nvPr/>
        </p:nvCxnSpPr>
        <p:spPr>
          <a:xfrm>
            <a:off x="134302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4" idx="2"/>
            <a:endCxn id="5" idx="0"/>
          </p:cNvCxnSpPr>
          <p:nvPr/>
        </p:nvCxnSpPr>
        <p:spPr>
          <a:xfrm>
            <a:off x="13430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5" idx="2"/>
            <a:endCxn id="6" idx="0"/>
          </p:cNvCxnSpPr>
          <p:nvPr/>
        </p:nvCxnSpPr>
        <p:spPr>
          <a:xfrm>
            <a:off x="134302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6" idx="2"/>
            <a:endCxn id="7" idx="0"/>
          </p:cNvCxnSpPr>
          <p:nvPr/>
        </p:nvCxnSpPr>
        <p:spPr>
          <a:xfrm>
            <a:off x="1343025" y="53530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7" idx="2"/>
            <a:endCxn id="8" idx="0"/>
          </p:cNvCxnSpPr>
          <p:nvPr/>
        </p:nvCxnSpPr>
        <p:spPr>
          <a:xfrm>
            <a:off x="1343025" y="64389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8" idx="2"/>
            <a:endCxn id="9" idx="0"/>
          </p:cNvCxnSpPr>
          <p:nvPr/>
        </p:nvCxnSpPr>
        <p:spPr>
          <a:xfrm>
            <a:off x="1343025" y="75247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9" idx="2"/>
            <a:endCxn id="10" idx="0"/>
          </p:cNvCxnSpPr>
          <p:nvPr/>
        </p:nvCxnSpPr>
        <p:spPr>
          <a:xfrm>
            <a:off x="1343025" y="86106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0" idx="2"/>
            <a:endCxn id="2" idx="0"/>
          </p:cNvCxnSpPr>
          <p:nvPr/>
        </p:nvCxnSpPr>
        <p:spPr>
          <a:xfrm flipV="1">
            <a:off x="1343025" y="476250"/>
            <a:ext cx="0" cy="92202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