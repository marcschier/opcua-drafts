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AASReferableType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AASIdentifiableType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IdShort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DisplayNameSet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DescriptionSet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Extensions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ModelType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0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581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816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6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675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9" name="Connector 18"/>
          <p:cNvCxnSpPr>
            <a:stCxn id="3" idx="2"/>
            <a:endCxn id="7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34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3" idx="2"/>
            <a:endCxn id="8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3931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3" idx="2"/>
            <a:endCxn id="9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251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3" idx="2"/>
            <a:endCxn id="10" idx="0"/>
          </p:cNvCxnSpPr>
          <p:nvPr/>
        </p:nvCxnSpPr>
        <p:spPr>
          <a:xfrm>
            <a:off x="777240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0500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