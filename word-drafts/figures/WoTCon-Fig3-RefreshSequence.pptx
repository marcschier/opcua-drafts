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839450" cy="929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Operator/Client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819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WoTRegistry (Refresh)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819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Validator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819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484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Projector (shadow)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53325" y="857250"/>
            <a:ext cx="0" cy="819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820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AddressSpace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86925" y="857250"/>
            <a:ext cx="0" cy="819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Refresh(Selection, Options, ExpectedGeneration, RequestId)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61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61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check ExpectedGeneration == RefreshGeneration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" y="1666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alt mismatch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Bad_InvalidState (no change)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7650" y="2428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match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861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fetch, parse, validate selected documents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286125" y="3333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86125" y="3162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WoTValidationOutcome per document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86125" y="3714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86125" y="3543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resolve dependency DAG -&gt; closures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86125" y="4095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86125" y="3924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materialize changed closures (shadow generation)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650" y="4333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alt DryRun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286125" y="4857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86125" y="4686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predicted node counts / roots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152525" y="523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52525" y="506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Summary + Results (NewGeneration unchanged)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7650" y="5476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commit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53325" y="600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553325" y="582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atomic switch (Atomicity), RefreshGeneration++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286125" y="6381750"/>
            <a:ext cx="64008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86125" y="6210300"/>
            <a:ext cx="6400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model change events, NodeVersion stamped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7650" y="6619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alt graceful retirement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86125" y="7143750"/>
            <a:ext cx="64008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86125" y="6972300"/>
            <a:ext cx="6400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drain or migrate monitored items, then retire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7650" y="7381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immediate retirement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86125" y="7905750"/>
            <a:ext cx="64008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86125" y="7734300"/>
            <a:ext cx="6400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report BadNodeIdUnknown and retire immediately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152525" y="8286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52525" y="8115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Summary + Results + NewGeneration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152525" y="866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52525" y="849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WoTRefreshCompletedEventType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