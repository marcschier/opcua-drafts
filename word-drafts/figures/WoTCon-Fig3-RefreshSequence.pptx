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839450" cy="9296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47650" y="247650"/>
            <a:ext cx="1809750" cy="419100"/>
          </a:xfrm>
          <a:prstGeom prst="round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11111"/>
                </a:solidFill>
              </a:rPr>
              <a:t>Operator/Client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1152525" y="857250"/>
            <a:ext cx="0" cy="8191500"/>
          </a:xfrm>
          <a:prstGeom prst="line">
            <a:avLst/>
          </a:prstGeom>
          <a:ln w="9525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2381250" y="247650"/>
            <a:ext cx="1809750" cy="419100"/>
          </a:xfrm>
          <a:prstGeom prst="round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11111"/>
                </a:solidFill>
              </a:rPr>
              <a:t>WoTRegistry (Refresh)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286125" y="857250"/>
            <a:ext cx="0" cy="8191500"/>
          </a:xfrm>
          <a:prstGeom prst="line">
            <a:avLst/>
          </a:prstGeom>
          <a:ln w="9525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4514850" y="247650"/>
            <a:ext cx="1809750" cy="419100"/>
          </a:xfrm>
          <a:prstGeom prst="round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11111"/>
                </a:solidFill>
              </a:rPr>
              <a:t>Validator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19725" y="857250"/>
            <a:ext cx="0" cy="8191500"/>
          </a:xfrm>
          <a:prstGeom prst="line">
            <a:avLst/>
          </a:prstGeom>
          <a:ln w="9525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648450" y="247650"/>
            <a:ext cx="1809750" cy="419100"/>
          </a:xfrm>
          <a:prstGeom prst="round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11111"/>
                </a:solidFill>
              </a:rPr>
              <a:t>Projector (shadow)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553325" y="857250"/>
            <a:ext cx="0" cy="8191500"/>
          </a:xfrm>
          <a:prstGeom prst="line">
            <a:avLst/>
          </a:prstGeom>
          <a:ln w="9525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782050" y="247650"/>
            <a:ext cx="1809750" cy="419100"/>
          </a:xfrm>
          <a:prstGeom prst="round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11111"/>
                </a:solidFill>
              </a:rPr>
              <a:t>AddressSpace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686925" y="857250"/>
            <a:ext cx="0" cy="8191500"/>
          </a:xfrm>
          <a:prstGeom prst="line">
            <a:avLst/>
          </a:prstGeom>
          <a:ln w="9525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152525" y="1047750"/>
            <a:ext cx="2133600" cy="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152525" y="876300"/>
            <a:ext cx="21336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>
                <a:solidFill>
                  <a:srgbClr val="111111"/>
                </a:solidFill>
              </a:rPr>
              <a:t>Refresh(Selection, Options, ExpectedGeneration, RequestId)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286125" y="1428750"/>
            <a:ext cx="666750" cy="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3286125" y="1257300"/>
            <a:ext cx="1143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>
                <a:solidFill>
                  <a:srgbClr val="111111"/>
                </a:solidFill>
              </a:rPr>
              <a:t>check ExpectedGeneration == RefreshGeneration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47650" y="1666875"/>
            <a:ext cx="10344150" cy="285750"/>
          </a:xfrm>
          <a:prstGeom prst="rect">
            <a:avLst/>
          </a:prstGeom>
          <a:solidFill>
            <a:srgbClr val="F7F7F7"/>
          </a:solidFill>
          <a:ln w="9525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 i="1">
                <a:solidFill>
                  <a:srgbClr val="111111"/>
                </a:solidFill>
              </a:rPr>
              <a:t>alt mismatch</a:t>
            </a:r>
          </a:p>
        </p:txBody>
      </p:sp>
      <p:cxnSp>
        <p:nvCxnSpPr>
          <p:cNvPr id="17" name="Connector 16"/>
          <p:cNvCxnSpPr/>
          <p:nvPr/>
        </p:nvCxnSpPr>
        <p:spPr>
          <a:xfrm flipH="1">
            <a:off x="1152525" y="2190750"/>
            <a:ext cx="2133600" cy="0"/>
          </a:xfrm>
          <a:prstGeom prst="line">
            <a:avLst/>
          </a:prstGeom>
          <a:ln w="12700">
            <a:solidFill>
              <a:srgbClr val="44444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152525" y="2019300"/>
            <a:ext cx="21336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>
                <a:solidFill>
                  <a:srgbClr val="111111"/>
                </a:solidFill>
              </a:rPr>
              <a:t>Bad_InvalidState (no change)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47650" y="2428875"/>
            <a:ext cx="10344150" cy="285750"/>
          </a:xfrm>
          <a:prstGeom prst="rect">
            <a:avLst/>
          </a:prstGeom>
          <a:solidFill>
            <a:srgbClr val="F7F7F7"/>
          </a:solidFill>
          <a:ln w="9525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 i="1">
                <a:solidFill>
                  <a:srgbClr val="111111"/>
                </a:solidFill>
              </a:rPr>
              <a:t>else match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286125" y="2952750"/>
            <a:ext cx="2133600" cy="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3286125" y="2781300"/>
            <a:ext cx="21336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>
                <a:solidFill>
                  <a:srgbClr val="111111"/>
                </a:solidFill>
              </a:rPr>
              <a:t>fetch, parse, validate selected documents</a:t>
            </a:r>
          </a:p>
        </p:txBody>
      </p:sp>
      <p:cxnSp>
        <p:nvCxnSpPr>
          <p:cNvPr id="22" name="Connector 21"/>
          <p:cNvCxnSpPr/>
          <p:nvPr/>
        </p:nvCxnSpPr>
        <p:spPr>
          <a:xfrm flipH="1">
            <a:off x="3286125" y="3333750"/>
            <a:ext cx="2133600" cy="0"/>
          </a:xfrm>
          <a:prstGeom prst="line">
            <a:avLst/>
          </a:prstGeom>
          <a:ln w="12700">
            <a:solidFill>
              <a:srgbClr val="44444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3286125" y="3162300"/>
            <a:ext cx="21336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>
                <a:solidFill>
                  <a:srgbClr val="111111"/>
                </a:solidFill>
              </a:rPr>
              <a:t>WoTValidationOutcome per document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286125" y="3714750"/>
            <a:ext cx="666750" cy="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3286125" y="3543300"/>
            <a:ext cx="1143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>
                <a:solidFill>
                  <a:srgbClr val="111111"/>
                </a:solidFill>
              </a:rPr>
              <a:t>resolve dependency DAG -&gt; closures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3286125" y="4095750"/>
            <a:ext cx="4267200" cy="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3286125" y="3924300"/>
            <a:ext cx="42672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>
                <a:solidFill>
                  <a:srgbClr val="111111"/>
                </a:solidFill>
              </a:rPr>
              <a:t>materialize changed closures (shadow generation)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47650" y="4333875"/>
            <a:ext cx="10344150" cy="285750"/>
          </a:xfrm>
          <a:prstGeom prst="rect">
            <a:avLst/>
          </a:prstGeom>
          <a:solidFill>
            <a:srgbClr val="F7F7F7"/>
          </a:solidFill>
          <a:ln w="9525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 i="1">
                <a:solidFill>
                  <a:srgbClr val="111111"/>
                </a:solidFill>
              </a:rPr>
              <a:t>alt DryRun</a:t>
            </a:r>
          </a:p>
        </p:txBody>
      </p:sp>
      <p:cxnSp>
        <p:nvCxnSpPr>
          <p:cNvPr id="29" name="Connector 28"/>
          <p:cNvCxnSpPr/>
          <p:nvPr/>
        </p:nvCxnSpPr>
        <p:spPr>
          <a:xfrm flipH="1">
            <a:off x="3286125" y="4857750"/>
            <a:ext cx="4267200" cy="0"/>
          </a:xfrm>
          <a:prstGeom prst="line">
            <a:avLst/>
          </a:prstGeom>
          <a:ln w="12700">
            <a:solidFill>
              <a:srgbClr val="44444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3286125" y="4686300"/>
            <a:ext cx="42672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>
                <a:solidFill>
                  <a:srgbClr val="111111"/>
                </a:solidFill>
              </a:rPr>
              <a:t>predicted node counts / roots</a:t>
            </a:r>
          </a:p>
        </p:txBody>
      </p:sp>
      <p:cxnSp>
        <p:nvCxnSpPr>
          <p:cNvPr id="31" name="Connector 30"/>
          <p:cNvCxnSpPr/>
          <p:nvPr/>
        </p:nvCxnSpPr>
        <p:spPr>
          <a:xfrm flipH="1">
            <a:off x="1152525" y="5238750"/>
            <a:ext cx="2133600" cy="0"/>
          </a:xfrm>
          <a:prstGeom prst="line">
            <a:avLst/>
          </a:prstGeom>
          <a:ln w="12700">
            <a:solidFill>
              <a:srgbClr val="44444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1152525" y="5067300"/>
            <a:ext cx="21336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>
                <a:solidFill>
                  <a:srgbClr val="111111"/>
                </a:solidFill>
              </a:rPr>
              <a:t>Summary + Results (NewGeneration unchanged)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47650" y="5476875"/>
            <a:ext cx="10344150" cy="285750"/>
          </a:xfrm>
          <a:prstGeom prst="rect">
            <a:avLst/>
          </a:prstGeom>
          <a:solidFill>
            <a:srgbClr val="F7F7F7"/>
          </a:solidFill>
          <a:ln w="9525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 i="1">
                <a:solidFill>
                  <a:srgbClr val="111111"/>
                </a:solidFill>
              </a:rPr>
              <a:t>else commit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7553325" y="6000750"/>
            <a:ext cx="2133600" cy="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7553325" y="5829300"/>
            <a:ext cx="21336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>
                <a:solidFill>
                  <a:srgbClr val="111111"/>
                </a:solidFill>
              </a:rPr>
              <a:t>atomic switch (Atomicity), RefreshGeneration++</a:t>
            </a:r>
          </a:p>
        </p:txBody>
      </p:sp>
      <p:cxnSp>
        <p:nvCxnSpPr>
          <p:cNvPr id="36" name="Connector 35"/>
          <p:cNvCxnSpPr/>
          <p:nvPr/>
        </p:nvCxnSpPr>
        <p:spPr>
          <a:xfrm flipH="1">
            <a:off x="3286125" y="6381750"/>
            <a:ext cx="6400800" cy="0"/>
          </a:xfrm>
          <a:prstGeom prst="line">
            <a:avLst/>
          </a:prstGeom>
          <a:ln w="12700">
            <a:solidFill>
              <a:srgbClr val="44444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3286125" y="6210300"/>
            <a:ext cx="64008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>
                <a:solidFill>
                  <a:srgbClr val="111111"/>
                </a:solidFill>
              </a:rPr>
              <a:t>model change events, NodeVersion stamped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47650" y="6619875"/>
            <a:ext cx="10344150" cy="285750"/>
          </a:xfrm>
          <a:prstGeom prst="rect">
            <a:avLst/>
          </a:prstGeom>
          <a:solidFill>
            <a:srgbClr val="F7F7F7"/>
          </a:solidFill>
          <a:ln w="9525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 i="1">
                <a:solidFill>
                  <a:srgbClr val="111111"/>
                </a:solidFill>
              </a:rPr>
              <a:t>alt graceful retirement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3286125" y="7143750"/>
            <a:ext cx="6400800" cy="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3286125" y="6972300"/>
            <a:ext cx="64008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>
                <a:solidFill>
                  <a:srgbClr val="111111"/>
                </a:solidFill>
              </a:rPr>
              <a:t>drain or migrate monitored items, then retire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47650" y="7381875"/>
            <a:ext cx="10344150" cy="285750"/>
          </a:xfrm>
          <a:prstGeom prst="rect">
            <a:avLst/>
          </a:prstGeom>
          <a:solidFill>
            <a:srgbClr val="F7F7F7"/>
          </a:solidFill>
          <a:ln w="9525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 i="1">
                <a:solidFill>
                  <a:srgbClr val="111111"/>
                </a:solidFill>
              </a:rPr>
              <a:t>else immediate retirement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3286125" y="7905750"/>
            <a:ext cx="6400800" cy="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3286125" y="7734300"/>
            <a:ext cx="64008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>
                <a:solidFill>
                  <a:srgbClr val="111111"/>
                </a:solidFill>
              </a:rPr>
              <a:t>report BadNodeIdUnknown and retire immediately</a:t>
            </a:r>
          </a:p>
        </p:txBody>
      </p:sp>
      <p:cxnSp>
        <p:nvCxnSpPr>
          <p:cNvPr id="44" name="Connector 43"/>
          <p:cNvCxnSpPr/>
          <p:nvPr/>
        </p:nvCxnSpPr>
        <p:spPr>
          <a:xfrm flipH="1">
            <a:off x="1152525" y="8286750"/>
            <a:ext cx="2133600" cy="0"/>
          </a:xfrm>
          <a:prstGeom prst="line">
            <a:avLst/>
          </a:prstGeom>
          <a:ln w="12700">
            <a:solidFill>
              <a:srgbClr val="44444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1152525" y="8115300"/>
            <a:ext cx="21336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>
                <a:solidFill>
                  <a:srgbClr val="111111"/>
                </a:solidFill>
              </a:rPr>
              <a:t>Summary + Results + NewGeneration</a:t>
            </a:r>
          </a:p>
        </p:txBody>
      </p:sp>
      <p:cxnSp>
        <p:nvCxnSpPr>
          <p:cNvPr id="46" name="Connector 45"/>
          <p:cNvCxnSpPr/>
          <p:nvPr/>
        </p:nvCxnSpPr>
        <p:spPr>
          <a:xfrm flipH="1">
            <a:off x="1152525" y="8667750"/>
            <a:ext cx="2133600" cy="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1152525" y="8496300"/>
            <a:ext cx="21336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>
                <a:solidFill>
                  <a:srgbClr val="111111"/>
                </a:solidFill>
              </a:rPr>
              <a:t>WoTRefreshCompletedEventType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/>
  <cp:revision>1</cp:revision>
  <dcterms:created xsi:type="dcterms:W3CDTF">2026-01-01T00:00:00Z</dcterms:created>
  <dcterms:modified xsi:type="dcterms:W3CDTF">2026-01-01T00:00:00Z</dcterms:modified>
  <cp:category/>
</cp:coreProperties>
</file>