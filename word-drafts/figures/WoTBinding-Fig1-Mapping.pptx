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600700" cy="4857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5105400" cy="2190750"/>
          </a:xfrm>
          <a:prstGeom prst="roundRect">
            <a:avLst/>
          </a:prstGeom>
          <a:solidFill>
            <a:srgbClr val="F7F7F7"/>
          </a:solidFill>
          <a:ln w="9525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000" b="1">
                <a:solidFill>
                  <a:srgbClr val="111111"/>
                </a:solidFill>
              </a:rPr>
              <a:t>WoT Thing Description (left)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47650" y="2419350"/>
            <a:ext cx="5105400" cy="2190750"/>
          </a:xfrm>
          <a:prstGeom prst="roundRect">
            <a:avLst/>
          </a:prstGeom>
          <a:solidFill>
            <a:srgbClr val="F7F7F7"/>
          </a:solidFill>
          <a:ln w="9525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000" b="1">
                <a:solidFill>
                  <a:srgbClr val="111111"/>
                </a:solidFill>
              </a:rPr>
              <a:t>OPC UA AddressSpace (right)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4975" y="6477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Thing @type=uav:object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uav:browseName pump:Pump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17335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property pumpSpeed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@type uav:variable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type number, readOnly, observable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form op readproperty/observeproperty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90850" y="17335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action reset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@type uav:method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form op invokeaction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704975" y="28194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Object 1:Pump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(HasTypeDefinition ...)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9100" y="3905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Variable 1:PumpSpeed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DataType Double, AccessLevel CurrentRead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2990850" y="3905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Method 1:Reset</a:t>
            </a:r>
          </a:p>
        </p:txBody>
      </p:sp>
      <p:cxnSp>
        <p:nvCxnSpPr>
          <p:cNvPr id="10" name="Connector 9"/>
          <p:cNvCxnSpPr>
            <a:stCxn id="4" idx="2"/>
            <a:endCxn id="5" idx="0"/>
          </p:cNvCxnSpPr>
          <p:nvPr/>
        </p:nvCxnSpPr>
        <p:spPr>
          <a:xfrm flipH="1">
            <a:off x="1514475" y="11811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4" idx="2"/>
            <a:endCxn id="6" idx="0"/>
          </p:cNvCxnSpPr>
          <p:nvPr/>
        </p:nvCxnSpPr>
        <p:spPr>
          <a:xfrm>
            <a:off x="2800350" y="11811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7" idx="2"/>
            <a:endCxn id="8" idx="0"/>
          </p:cNvCxnSpPr>
          <p:nvPr/>
        </p:nvCxnSpPr>
        <p:spPr>
          <a:xfrm flipH="1">
            <a:off x="1514475" y="33528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95512" y="357187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14" name="Connector 13"/>
          <p:cNvCxnSpPr>
            <a:stCxn id="7" idx="2"/>
            <a:endCxn id="9" idx="0"/>
          </p:cNvCxnSpPr>
          <p:nvPr/>
        </p:nvCxnSpPr>
        <p:spPr>
          <a:xfrm>
            <a:off x="2800350" y="33528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481387" y="357187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16" name="Connector 15"/>
          <p:cNvCxnSpPr>
            <a:stCxn id="4" idx="2"/>
            <a:endCxn id="7" idx="0"/>
          </p:cNvCxnSpPr>
          <p:nvPr/>
        </p:nvCxnSpPr>
        <p:spPr>
          <a:xfrm>
            <a:off x="2800350" y="118110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838450" y="2371725"/>
            <a:ext cx="5143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projects to</a:t>
            </a:r>
          </a:p>
        </p:txBody>
      </p:sp>
      <p:cxnSp>
        <p:nvCxnSpPr>
          <p:cNvPr id="18" name="Connector 17"/>
          <p:cNvCxnSpPr>
            <a:stCxn id="5" idx="2"/>
            <a:endCxn id="8" idx="0"/>
          </p:cNvCxnSpPr>
          <p:nvPr/>
        </p:nvCxnSpPr>
        <p:spPr>
          <a:xfrm>
            <a:off x="1514475" y="226695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552575" y="3457575"/>
            <a:ext cx="6858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Read/Observe</a:t>
            </a:r>
          </a:p>
        </p:txBody>
      </p:sp>
      <p:cxnSp>
        <p:nvCxnSpPr>
          <p:cNvPr id="20" name="Connector 19"/>
          <p:cNvCxnSpPr>
            <a:stCxn id="6" idx="2"/>
            <a:endCxn id="9" idx="0"/>
          </p:cNvCxnSpPr>
          <p:nvPr/>
        </p:nvCxnSpPr>
        <p:spPr>
          <a:xfrm>
            <a:off x="4086225" y="226695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124325" y="3028950"/>
            <a:ext cx="2476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