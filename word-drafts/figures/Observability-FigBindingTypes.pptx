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82955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335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BaseInterfaceType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IObservableType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0527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FolderType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ObservabilityBindingGroupType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CompanionSpecificationUri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ModelNamespaceUris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&lt;ObservabilityBindingGroup&gt;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11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&lt;ObservabilityBinding&gt;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94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ObservabilityBindingType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650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SignalKind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9400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DataSetClassId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1150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&lt;BoundItem&gt;</a:t>
            </a:r>
          </a:p>
        </p:txBody>
      </p:sp>
      <p:cxnSp>
        <p:nvCxnSpPr>
          <p:cNvPr id="14" name="Connector 13"/>
          <p:cNvCxnSpPr>
            <a:stCxn id="2" idx="2"/>
            <a:endCxn id="3" idx="0"/>
          </p:cNvCxnSpPr>
          <p:nvPr/>
        </p:nvCxnSpPr>
        <p:spPr>
          <a:xfrm>
            <a:off x="2628900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09937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6" name="Connector 15"/>
          <p:cNvCxnSpPr>
            <a:stCxn id="3" idx="2"/>
            <a:endCxn id="8" idx="0"/>
          </p:cNvCxnSpPr>
          <p:nvPr/>
        </p:nvCxnSpPr>
        <p:spPr>
          <a:xfrm>
            <a:off x="3914775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8" idx="2"/>
            <a:endCxn id="5" idx="0"/>
          </p:cNvCxnSpPr>
          <p:nvPr/>
        </p:nvCxnSpPr>
        <p:spPr>
          <a:xfrm>
            <a:off x="3914775" y="31813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4" idx="2"/>
            <a:endCxn id="5" idx="0"/>
          </p:cNvCxnSpPr>
          <p:nvPr/>
        </p:nvCxnSpPr>
        <p:spPr>
          <a:xfrm flipH="1">
            <a:off x="3914775" y="1009650"/>
            <a:ext cx="1285875" cy="27241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95812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0" name="Connector 19"/>
          <p:cNvCxnSpPr>
            <a:stCxn id="5" idx="2"/>
            <a:endCxn id="6" idx="0"/>
          </p:cNvCxnSpPr>
          <p:nvPr/>
        </p:nvCxnSpPr>
        <p:spPr>
          <a:xfrm flipH="1">
            <a:off x="1343025" y="42672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667000" y="44862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2" name="Connector 21"/>
          <p:cNvCxnSpPr>
            <a:stCxn id="5" idx="2"/>
            <a:endCxn id="7" idx="0"/>
          </p:cNvCxnSpPr>
          <p:nvPr/>
        </p:nvCxnSpPr>
        <p:spPr>
          <a:xfrm>
            <a:off x="3914775" y="42672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952875" y="44862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4" name="Connector 23"/>
          <p:cNvCxnSpPr>
            <a:stCxn id="5" idx="2"/>
            <a:endCxn id="9" idx="0"/>
          </p:cNvCxnSpPr>
          <p:nvPr/>
        </p:nvCxnSpPr>
        <p:spPr>
          <a:xfrm>
            <a:off x="3914775" y="42672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9" idx="2"/>
            <a:endCxn id="10" idx="0"/>
          </p:cNvCxnSpPr>
          <p:nvPr/>
        </p:nvCxnSpPr>
        <p:spPr>
          <a:xfrm flipH="1">
            <a:off x="3914775" y="535305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0" idx="2"/>
            <a:endCxn id="11" idx="0"/>
          </p:cNvCxnSpPr>
          <p:nvPr/>
        </p:nvCxnSpPr>
        <p:spPr>
          <a:xfrm flipH="1">
            <a:off x="1343025" y="64389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667000" y="66579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8" name="Connector 27"/>
          <p:cNvCxnSpPr>
            <a:stCxn id="10" idx="2"/>
            <a:endCxn id="12" idx="0"/>
          </p:cNvCxnSpPr>
          <p:nvPr/>
        </p:nvCxnSpPr>
        <p:spPr>
          <a:xfrm>
            <a:off x="3914775" y="64389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952875" y="66579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0" name="Connector 29"/>
          <p:cNvCxnSpPr>
            <a:stCxn id="10" idx="2"/>
            <a:endCxn id="13" idx="0"/>
          </p:cNvCxnSpPr>
          <p:nvPr/>
        </p:nvCxnSpPr>
        <p:spPr>
          <a:xfrm>
            <a:off x="3914775" y="64389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