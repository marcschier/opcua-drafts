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401300" cy="45148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05275" y="4762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ExampleDeviceNameplate : IVendorNameplateType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05275" y="15621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DI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ObservabilityBindingGroup</a:t>
            </a:r>
          </a:p>
        </p:txBody>
      </p:sp>
      <p:sp>
        <p:nvSpPr>
          <p:cNvPr id="4" name="Rectangle 3"/>
          <p:cNvSpPr/>
          <p:nvPr/>
        </p:nvSpPr>
        <p:spPr>
          <a:xfrm>
            <a:off x="2819400" y="26479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Observability registry i=60101</a:t>
            </a:r>
          </a:p>
        </p:txBody>
      </p:sp>
      <p:sp>
        <p:nvSpPr>
          <p:cNvPr id="5" name="Rectangle 4"/>
          <p:cNvSpPr/>
          <p:nvPr/>
        </p:nvSpPr>
        <p:spPr>
          <a:xfrm>
            <a:off x="5391150" y="26479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Metrics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Metrics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247650" y="37338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Manufacturer : Identification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2819400" y="37338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Model : Identification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391150" y="37338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SerialNumber : Identification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7962900" y="37338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ProductInstanceUri : Identification</a:t>
            </a:r>
          </a:p>
        </p:txBody>
      </p:sp>
      <p:cxnSp>
        <p:nvCxnSpPr>
          <p:cNvPr id="10" name="Connector 9"/>
          <p:cNvCxnSpPr>
            <a:stCxn id="2" idx="2"/>
            <a:endCxn id="3" idx="0"/>
          </p:cNvCxnSpPr>
          <p:nvPr/>
        </p:nvCxnSpPr>
        <p:spPr>
          <a:xfrm>
            <a:off x="5200650" y="1009650"/>
            <a:ext cx="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stCxn id="3" idx="2"/>
            <a:endCxn id="4" idx="0"/>
          </p:cNvCxnSpPr>
          <p:nvPr/>
        </p:nvCxnSpPr>
        <p:spPr>
          <a:xfrm flipH="1">
            <a:off x="3914775" y="2095500"/>
            <a:ext cx="1285875" cy="55245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95812" y="2314575"/>
            <a:ext cx="6096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CollectedBy</a:t>
            </a:r>
          </a:p>
        </p:txBody>
      </p:sp>
      <p:cxnSp>
        <p:nvCxnSpPr>
          <p:cNvPr id="13" name="Connector 12"/>
          <p:cNvCxnSpPr>
            <a:stCxn id="3" idx="2"/>
            <a:endCxn id="5" idx="0"/>
          </p:cNvCxnSpPr>
          <p:nvPr/>
        </p:nvCxnSpPr>
        <p:spPr>
          <a:xfrm>
            <a:off x="5200650" y="2095500"/>
            <a:ext cx="12858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stCxn id="5" idx="2"/>
            <a:endCxn id="6" idx="0"/>
          </p:cNvCxnSpPr>
          <p:nvPr/>
        </p:nvCxnSpPr>
        <p:spPr>
          <a:xfrm flipH="1">
            <a:off x="1343025" y="3181350"/>
            <a:ext cx="514350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stCxn id="5" idx="2"/>
            <a:endCxn id="7" idx="0"/>
          </p:cNvCxnSpPr>
          <p:nvPr/>
        </p:nvCxnSpPr>
        <p:spPr>
          <a:xfrm flipH="1">
            <a:off x="3914775" y="3181350"/>
            <a:ext cx="257175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5" idx="2"/>
            <a:endCxn id="8" idx="0"/>
          </p:cNvCxnSpPr>
          <p:nvPr/>
        </p:nvCxnSpPr>
        <p:spPr>
          <a:xfrm>
            <a:off x="6486525" y="3181350"/>
            <a:ext cx="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>
            <a:stCxn id="5" idx="2"/>
            <a:endCxn id="9" idx="0"/>
          </p:cNvCxnSpPr>
          <p:nvPr/>
        </p:nvCxnSpPr>
        <p:spPr>
          <a:xfrm>
            <a:off x="6486525" y="3181350"/>
            <a:ext cx="257175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/>
  <cp:revision>1</cp:revision>
  <dcterms:created xsi:type="dcterms:W3CDTF">2026-01-01T00:00:00Z</dcterms:created>
  <dcterms:modified xsi:type="dcterms:W3CDTF">2026-01-01T00:00:00Z</dcterms:modified>
  <cp:category/>
</cp:coreProperties>
</file>