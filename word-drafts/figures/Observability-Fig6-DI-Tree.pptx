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4013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0527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ExampleDeviceNameplate : IVendorNameplateType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DI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ObservabilityBindingGroup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 registry i=60101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Manufacturer : Identification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 : Identification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SerialNumber : Identification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ProductInstanceUri : Identification</a:t>
            </a:r>
          </a:p>
        </p:txBody>
      </p:sp>
      <p:cxnSp>
        <p:nvCxnSpPr>
          <p:cNvPr id="10" name="Connector 9"/>
          <p:cNvCxnSpPr>
            <a:stCxn id="2" idx="2"/>
            <a:endCxn id="3" idx="0"/>
          </p:cNvCxnSpPr>
          <p:nvPr/>
        </p:nvCxnSpPr>
        <p:spPr>
          <a:xfrm>
            <a:off x="520065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3" idx="2"/>
            <a:endCxn id="4" idx="0"/>
          </p:cNvCxnSpPr>
          <p:nvPr/>
        </p:nvCxnSpPr>
        <p:spPr>
          <a:xfrm flipH="1">
            <a:off x="3914775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95812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CollectedBy</a:t>
            </a:r>
          </a:p>
        </p:txBody>
      </p:sp>
      <p:cxnSp>
        <p:nvCxnSpPr>
          <p:cNvPr id="13" name="Connector 12"/>
          <p:cNvCxnSpPr>
            <a:stCxn id="3" idx="2"/>
            <a:endCxn id="5" idx="0"/>
          </p:cNvCxnSpPr>
          <p:nvPr/>
        </p:nvCxnSpPr>
        <p:spPr>
          <a:xfrm>
            <a:off x="520065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5" idx="2"/>
            <a:endCxn id="6" idx="0"/>
          </p:cNvCxnSpPr>
          <p:nvPr/>
        </p:nvCxnSpPr>
        <p:spPr>
          <a:xfrm flipH="1">
            <a:off x="1343025" y="31813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5" idx="2"/>
            <a:endCxn id="7" idx="0"/>
          </p:cNvCxnSpPr>
          <p:nvPr/>
        </p:nvCxnSpPr>
        <p:spPr>
          <a:xfrm flipH="1">
            <a:off x="39147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5" idx="2"/>
            <a:endCxn id="8" idx="0"/>
          </p:cNvCxnSpPr>
          <p:nvPr/>
        </p:nvCxnSpPr>
        <p:spPr>
          <a:xfrm>
            <a:off x="64865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5" idx="2"/>
            <a:endCxn id="9" idx="0"/>
          </p:cNvCxnSpPr>
          <p:nvPr/>
        </p:nvCxnSpPr>
        <p:spPr>
          <a:xfrm>
            <a:off x="64865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