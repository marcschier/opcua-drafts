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RegistryType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AASRegistryType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AASSubmodelFileType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Materialize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AutoMaterialize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MaterializationGeneration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LoadState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DesiredVersionId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ActiveVersionId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SubmodelNode</a:t>
            </a:r>
          </a:p>
        </p:txBody>
      </p:sp>
      <p:cxnSp>
        <p:nvCxnSpPr>
          <p:cNvPr id="13" name="Connector 12"/>
          <p:cNvCxnSpPr>
            <a:stCxn id="2" idx="2"/>
            <a:endCxn id="4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2462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>
            <a:off x="905827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9637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7" name="Connector 16"/>
          <p:cNvCxnSpPr>
            <a:stCxn id="4" idx="2"/>
            <a:endCxn id="6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2875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9" name="Connector 18"/>
          <p:cNvCxnSpPr>
            <a:stCxn id="4" idx="2"/>
            <a:endCxn id="7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387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4" idx="2"/>
            <a:endCxn id="8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2462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5" idx="2"/>
            <a:endCxn id="9" idx="0"/>
          </p:cNvCxnSpPr>
          <p:nvPr/>
        </p:nvCxnSpPr>
        <p:spPr>
          <a:xfrm>
            <a:off x="90582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963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5" idx="2"/>
            <a:endCxn id="10" idx="0"/>
          </p:cNvCxnSpPr>
          <p:nvPr/>
        </p:nvCxnSpPr>
        <p:spPr>
          <a:xfrm>
            <a:off x="90582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3822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7" name="Connector 26"/>
          <p:cNvCxnSpPr>
            <a:stCxn id="5" idx="2"/>
            <a:endCxn id="11" idx="0"/>
          </p:cNvCxnSpPr>
          <p:nvPr/>
        </p:nvCxnSpPr>
        <p:spPr>
          <a:xfrm>
            <a:off x="905827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66812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5" idx="2"/>
            <a:endCxn id="12" idx="0"/>
          </p:cNvCxnSpPr>
          <p:nvPr/>
        </p:nvCxnSpPr>
        <p:spPr>
          <a:xfrm flipH="1">
            <a:off x="7772400" y="209550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53437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