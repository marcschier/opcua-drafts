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7410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" y="76200"/>
            <a:ext cx="21221700" cy="219075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000" b="1">
                <a:solidFill>
                  <a:srgbClr val="111111"/>
                </a:solidFill>
              </a:rPr>
              <a:t>OPC UA Server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764250" y="76200"/>
            <a:ext cx="2533650" cy="219075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000" b="1">
                <a:solidFill>
                  <a:srgbClr val="111111"/>
                </a:solidFill>
              </a:rPr>
              <a:t>Bound instance (IObservableType)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9357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Server Object i=2253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(ObservabilityFolderType)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9357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ObservabilityBindingGroup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CompanionSpecificationUri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ModelNamespaceUris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9357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ObservabilityBinding · Metrics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DataSetClassId, BoundItems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9357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ObservabilityBinding · Logs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9357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ObservabilityBinding · Traces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357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(optional) PublishedDataSet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DataSetWriter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9357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Bridge (read-only Client)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357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OTEL Collector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|Collects| 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|ExportedBy opt.| PDS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9357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Server</a:t>
            </a:r>
          </a:p>
        </p:txBody>
      </p:sp>
      <p:cxnSp>
        <p:nvCxnSpPr>
          <p:cNvPr id="16" name="Connector 15"/>
          <p:cNvCxnSpPr>
            <a:stCxn id="4" idx="2"/>
            <a:endCxn id="5" idx="0"/>
          </p:cNvCxnSpPr>
          <p:nvPr/>
        </p:nvCxnSpPr>
        <p:spPr>
          <a:xfrm flipH="1">
            <a:off x="1343025" y="1009650"/>
            <a:ext cx="186880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5" idx="2"/>
            <a:endCxn id="13" idx="0"/>
          </p:cNvCxnSpPr>
          <p:nvPr/>
        </p:nvCxnSpPr>
        <p:spPr>
          <a:xfrm>
            <a:off x="1343025" y="209550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6" idx="2"/>
            <a:endCxn id="7" idx="0"/>
          </p:cNvCxnSpPr>
          <p:nvPr/>
        </p:nvCxnSpPr>
        <p:spPr>
          <a:xfrm>
            <a:off x="200310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6" idx="2"/>
            <a:endCxn id="8" idx="0"/>
          </p:cNvCxnSpPr>
          <p:nvPr/>
        </p:nvCxnSpPr>
        <p:spPr>
          <a:xfrm>
            <a:off x="200310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6" idx="2"/>
            <a:endCxn id="9" idx="0"/>
          </p:cNvCxnSpPr>
          <p:nvPr/>
        </p:nvCxnSpPr>
        <p:spPr>
          <a:xfrm>
            <a:off x="200310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7" idx="2"/>
            <a:endCxn id="14" idx="0"/>
          </p:cNvCxnSpPr>
          <p:nvPr/>
        </p:nvCxnSpPr>
        <p:spPr>
          <a:xfrm flipH="1">
            <a:off x="9058275" y="2095500"/>
            <a:ext cx="109728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1" idx="2"/>
            <a:endCxn id="5" idx="0"/>
          </p:cNvCxnSpPr>
          <p:nvPr/>
        </p:nvCxnSpPr>
        <p:spPr>
          <a:xfrm flipH="1">
            <a:off x="1343025" y="1009650"/>
            <a:ext cx="186880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1" idx="2"/>
            <a:endCxn id="15" idx="0"/>
          </p:cNvCxnSpPr>
          <p:nvPr/>
        </p:nvCxnSpPr>
        <p:spPr>
          <a:xfrm>
            <a:off x="200310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1" idx="2"/>
            <a:endCxn id="12" idx="0"/>
          </p:cNvCxnSpPr>
          <p:nvPr/>
        </p:nvCxnSpPr>
        <p:spPr>
          <a:xfrm>
            <a:off x="200310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