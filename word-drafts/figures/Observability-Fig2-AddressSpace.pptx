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096625" cy="70294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47650" y="762000"/>
            <a:ext cx="8020050" cy="6019800"/>
          </a:xfrm>
          <a:prstGeom prst="roundRect">
            <a:avLst/>
          </a:prstGeom>
          <a:solidFill>
            <a:srgbClr val="F7F7F7"/>
          </a:solidFill>
          <a:ln w="9525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sz="1000" b="1">
                <a:solidFill>
                  <a:srgbClr val="111111"/>
                </a:solidFill>
              </a:rPr>
              <a:t>OPC UA Server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9100" y="3333750"/>
            <a:ext cx="7677150" cy="2190750"/>
          </a:xfrm>
          <a:prstGeom prst="roundRect">
            <a:avLst/>
          </a:prstGeom>
          <a:solidFill>
            <a:srgbClr val="F7F7F7"/>
          </a:solidFill>
          <a:ln w="9525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sz="1000" b="1">
                <a:solidFill>
                  <a:srgbClr val="111111"/>
                </a:solidFill>
              </a:rPr>
              <a:t>Bound instance (IObservableType)</a:t>
            </a:r>
          </a:p>
        </p:txBody>
      </p:sp>
      <p:sp>
        <p:nvSpPr>
          <p:cNvPr id="4" name="Rectangle 3"/>
          <p:cNvSpPr/>
          <p:nvPr/>
        </p:nvSpPr>
        <p:spPr>
          <a:xfrm>
            <a:off x="1876425" y="15621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Server Object i=2253</a:t>
            </a:r>
          </a:p>
        </p:txBody>
      </p:sp>
      <p:sp>
        <p:nvSpPr>
          <p:cNvPr id="5" name="Rectangle 4"/>
          <p:cNvSpPr/>
          <p:nvPr/>
        </p:nvSpPr>
        <p:spPr>
          <a:xfrm>
            <a:off x="3162300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Observability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(ObservabilityFolderType)</a:t>
            </a:r>
          </a:p>
        </p:txBody>
      </p:sp>
      <p:sp>
        <p:nvSpPr>
          <p:cNvPr id="6" name="Rectangle 5"/>
          <p:cNvSpPr/>
          <p:nvPr/>
        </p:nvSpPr>
        <p:spPr>
          <a:xfrm>
            <a:off x="3162300" y="37338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ObservabilityBindingGroup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CompanionSpecificationUri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ModelNamespaceUris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0550" y="48196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ObservabilityBinding · Metrics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DataSetClassId, BoundItems</a:t>
            </a:r>
          </a:p>
        </p:txBody>
      </p:sp>
      <p:sp>
        <p:nvSpPr>
          <p:cNvPr id="8" name="Rectangle 7"/>
          <p:cNvSpPr/>
          <p:nvPr/>
        </p:nvSpPr>
        <p:spPr>
          <a:xfrm>
            <a:off x="3162300" y="48196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ObservabilityBinding · Logs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34050" y="48196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ObservabilityBinding · Traces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62300" y="59055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(optional) PublishedDataSet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DataSetWriter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48700" y="4762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Bridge (read-only Client)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48700" y="15621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OTEL Collector</a:t>
            </a:r>
          </a:p>
        </p:txBody>
      </p:sp>
      <p:cxnSp>
        <p:nvCxnSpPr>
          <p:cNvPr id="13" name="Connector 12"/>
          <p:cNvCxnSpPr>
            <a:stCxn id="4" idx="2"/>
            <a:endCxn id="5" idx="0"/>
          </p:cNvCxnSpPr>
          <p:nvPr/>
        </p:nvCxnSpPr>
        <p:spPr>
          <a:xfrm>
            <a:off x="2971800" y="209550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652837" y="2314575"/>
            <a:ext cx="762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HasComponent</a:t>
            </a:r>
          </a:p>
        </p:txBody>
      </p:sp>
      <p:cxnSp>
        <p:nvCxnSpPr>
          <p:cNvPr id="15" name="Connector 14"/>
          <p:cNvCxnSpPr>
            <a:stCxn id="5" idx="2"/>
            <a:endCxn id="6" idx="0"/>
          </p:cNvCxnSpPr>
          <p:nvPr/>
        </p:nvCxnSpPr>
        <p:spPr>
          <a:xfrm>
            <a:off x="4257675" y="3181350"/>
            <a:ext cx="0" cy="55245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295775" y="3400425"/>
            <a:ext cx="4191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Collects</a:t>
            </a:r>
          </a:p>
        </p:txBody>
      </p:sp>
      <p:cxnSp>
        <p:nvCxnSpPr>
          <p:cNvPr id="17" name="Connector 16"/>
          <p:cNvCxnSpPr>
            <a:stCxn id="6" idx="2"/>
            <a:endCxn id="7" idx="0"/>
          </p:cNvCxnSpPr>
          <p:nvPr/>
        </p:nvCxnSpPr>
        <p:spPr>
          <a:xfrm flipH="1">
            <a:off x="1685925" y="4267200"/>
            <a:ext cx="257175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009900" y="4486275"/>
            <a:ext cx="762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HasComponent</a:t>
            </a:r>
          </a:p>
        </p:txBody>
      </p:sp>
      <p:cxnSp>
        <p:nvCxnSpPr>
          <p:cNvPr id="19" name="Connector 18"/>
          <p:cNvCxnSpPr>
            <a:stCxn id="6" idx="2"/>
            <a:endCxn id="8" idx="0"/>
          </p:cNvCxnSpPr>
          <p:nvPr/>
        </p:nvCxnSpPr>
        <p:spPr>
          <a:xfrm>
            <a:off x="4257675" y="4267200"/>
            <a:ext cx="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6" idx="2"/>
            <a:endCxn id="9" idx="0"/>
          </p:cNvCxnSpPr>
          <p:nvPr/>
        </p:nvCxnSpPr>
        <p:spPr>
          <a:xfrm>
            <a:off x="4257675" y="4267200"/>
            <a:ext cx="257175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7" idx="2"/>
            <a:endCxn id="10" idx="0"/>
          </p:cNvCxnSpPr>
          <p:nvPr/>
        </p:nvCxnSpPr>
        <p:spPr>
          <a:xfrm>
            <a:off x="1685925" y="5353050"/>
            <a:ext cx="2571750" cy="55245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009900" y="5572125"/>
            <a:ext cx="7429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ExportedBy opt.</a:t>
            </a:r>
          </a:p>
        </p:txBody>
      </p:sp>
      <p:cxnSp>
        <p:nvCxnSpPr>
          <p:cNvPr id="23" name="Connector 22"/>
          <p:cNvCxnSpPr>
            <a:stCxn id="11" idx="2"/>
            <a:endCxn id="5" idx="0"/>
          </p:cNvCxnSpPr>
          <p:nvPr/>
        </p:nvCxnSpPr>
        <p:spPr>
          <a:xfrm flipH="1">
            <a:off x="4257675" y="1009650"/>
            <a:ext cx="5486400" cy="163830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038975" y="1771650"/>
            <a:ext cx="1314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Browse Server/Observability</a:t>
            </a:r>
          </a:p>
        </p:txBody>
      </p:sp>
      <p:cxnSp>
        <p:nvCxnSpPr>
          <p:cNvPr id="25" name="Connector 24"/>
          <p:cNvCxnSpPr>
            <a:stCxn id="11" idx="2"/>
            <a:endCxn id="4" idx="0"/>
          </p:cNvCxnSpPr>
          <p:nvPr/>
        </p:nvCxnSpPr>
        <p:spPr>
          <a:xfrm flipH="1">
            <a:off x="2971800" y="1009650"/>
            <a:ext cx="67722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396037" y="1228725"/>
            <a:ext cx="17335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Subscriptions/Reads or DataSetReader</a:t>
            </a:r>
          </a:p>
        </p:txBody>
      </p:sp>
      <p:cxnSp>
        <p:nvCxnSpPr>
          <p:cNvPr id="27" name="Connector 26"/>
          <p:cNvCxnSpPr>
            <a:stCxn id="11" idx="2"/>
            <a:endCxn id="12" idx="0"/>
          </p:cNvCxnSpPr>
          <p:nvPr/>
        </p:nvCxnSpPr>
        <p:spPr>
          <a:xfrm>
            <a:off x="9744075" y="1009650"/>
            <a:ext cx="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782175" y="1228725"/>
            <a:ext cx="1143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OTLP metrics/logs/traces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2026-01-01T00:00:00Z</dcterms:created>
  <dcterms:modified xsi:type="dcterms:W3CDTF">2026-01-01T00:00:00Z</dcterms:modified>
  <cp:category/>
</cp:coreProperties>
</file>