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087100" cy="70294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762000"/>
            <a:ext cx="8020050" cy="601980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OPC UA Server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9100" y="3333750"/>
            <a:ext cx="7677150" cy="219075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Bound instance (IObservableType)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64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Server Object i=2253</a:t>
            </a:r>
          </a:p>
        </p:txBody>
      </p:sp>
      <p:sp>
        <p:nvSpPr>
          <p:cNvPr id="5" name="Rectangle 4"/>
          <p:cNvSpPr/>
          <p:nvPr/>
        </p:nvSpPr>
        <p:spPr>
          <a:xfrm>
            <a:off x="31623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(ObservabilityFolderType)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23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ObservabilityBindingGroup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CompanionSpecificationUri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ModelNamespaceUris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5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ObservabilityBinding · Metrics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DataSetClassId, BoundItems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623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ObservabilityBinding · Logs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340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ObservabilityBinding · Traces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623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(optional) PublishedDataSet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DataSetWriter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4870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Bridge (read-only Client)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87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OTEL Collector</a:t>
            </a:r>
          </a:p>
        </p:txBody>
      </p:sp>
      <p:cxnSp>
        <p:nvCxnSpPr>
          <p:cNvPr id="13" name="Connector 12"/>
          <p:cNvCxnSpPr>
            <a:stCxn id="4" idx="2"/>
            <a:endCxn id="5" idx="0"/>
          </p:cNvCxnSpPr>
          <p:nvPr/>
        </p:nvCxnSpPr>
        <p:spPr>
          <a:xfrm>
            <a:off x="2971800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2837" y="23145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5" name="Connector 14"/>
          <p:cNvCxnSpPr>
            <a:stCxn id="5" idx="2"/>
            <a:endCxn id="6" idx="0"/>
          </p:cNvCxnSpPr>
          <p:nvPr/>
        </p:nvCxnSpPr>
        <p:spPr>
          <a:xfrm>
            <a:off x="4257675" y="3181350"/>
            <a:ext cx="0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95775" y="3400425"/>
            <a:ext cx="3524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Collects</a:t>
            </a:r>
          </a:p>
        </p:txBody>
      </p:sp>
      <p:cxnSp>
        <p:nvCxnSpPr>
          <p:cNvPr id="17" name="Connector 16"/>
          <p:cNvCxnSpPr>
            <a:stCxn id="6" idx="2"/>
            <a:endCxn id="7" idx="0"/>
          </p:cNvCxnSpPr>
          <p:nvPr/>
        </p:nvCxnSpPr>
        <p:spPr>
          <a:xfrm flipH="1">
            <a:off x="1685925" y="42672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009900" y="44862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9" name="Connector 18"/>
          <p:cNvCxnSpPr>
            <a:stCxn id="6" idx="2"/>
            <a:endCxn id="8" idx="0"/>
          </p:cNvCxnSpPr>
          <p:nvPr/>
        </p:nvCxnSpPr>
        <p:spPr>
          <a:xfrm>
            <a:off x="4257675" y="42672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9" idx="0"/>
          </p:cNvCxnSpPr>
          <p:nvPr/>
        </p:nvCxnSpPr>
        <p:spPr>
          <a:xfrm>
            <a:off x="4257675" y="42672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10" idx="0"/>
          </p:cNvCxnSpPr>
          <p:nvPr/>
        </p:nvCxnSpPr>
        <p:spPr>
          <a:xfrm>
            <a:off x="1685925" y="53530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009900" y="5572125"/>
            <a:ext cx="6381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ExportedBy opt.</a:t>
            </a:r>
          </a:p>
        </p:txBody>
      </p:sp>
      <p:cxnSp>
        <p:nvCxnSpPr>
          <p:cNvPr id="23" name="Connector 22"/>
          <p:cNvCxnSpPr>
            <a:stCxn id="11" idx="2"/>
            <a:endCxn id="5" idx="0"/>
          </p:cNvCxnSpPr>
          <p:nvPr/>
        </p:nvCxnSpPr>
        <p:spPr>
          <a:xfrm flipH="1">
            <a:off x="4257675" y="1009650"/>
            <a:ext cx="548640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038975" y="1771650"/>
            <a:ext cx="10287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Browse Server/Observability</a:t>
            </a:r>
          </a:p>
        </p:txBody>
      </p:sp>
      <p:cxnSp>
        <p:nvCxnSpPr>
          <p:cNvPr id="25" name="Connector 24"/>
          <p:cNvCxnSpPr>
            <a:stCxn id="11" idx="2"/>
            <a:endCxn id="4" idx="0"/>
          </p:cNvCxnSpPr>
          <p:nvPr/>
        </p:nvCxnSpPr>
        <p:spPr>
          <a:xfrm flipH="1">
            <a:off x="2971800" y="1009650"/>
            <a:ext cx="67722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96037" y="1228725"/>
            <a:ext cx="13906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Subscriptions/Reads or DataSetReader</a:t>
            </a:r>
          </a:p>
        </p:txBody>
      </p:sp>
      <p:cxnSp>
        <p:nvCxnSpPr>
          <p:cNvPr id="27" name="Connector 26"/>
          <p:cNvCxnSpPr>
            <a:stCxn id="11" idx="2"/>
            <a:endCxn id="12" idx="0"/>
          </p:cNvCxnSpPr>
          <p:nvPr/>
        </p:nvCxnSpPr>
        <p:spPr>
          <a:xfrm>
            <a:off x="9744075" y="10096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782175" y="1228725"/>
            <a:ext cx="9239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OTLP metrics/logs/traces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