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VisionSensorType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ImageSensorType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Depth3DSensorType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MediaEndpointType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StreamEndpointType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ClipEndpointType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VisionCalibrationType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IntrinsicCalibrationType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ExtrinsicCalibrationType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VisionResultType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InspectionResultType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DetectionResultType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87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SegmentationResultType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BaseInterfaceType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20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IVisionSimulatedType</a:t>
            </a:r>
          </a:p>
        </p:txBody>
      </p:sp>
      <p:cxnSp>
        <p:nvCxnSpPr>
          <p:cNvPr id="18" name="Connector 17"/>
          <p:cNvCxnSpPr>
            <a:stCxn id="2" idx="2"/>
            <a:endCxn id="3" idx="0"/>
          </p:cNvCxnSpPr>
          <p:nvPr/>
        </p:nvCxnSpPr>
        <p:spPr>
          <a:xfrm flipH="1"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9581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0" name="Connector 19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24062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2" name="Connector 21"/>
          <p:cNvCxnSpPr>
            <a:stCxn id="3" idx="2"/>
            <a:endCxn id="5" idx="0"/>
          </p:cNvCxnSpPr>
          <p:nvPr/>
        </p:nvCxnSpPr>
        <p:spPr>
          <a:xfrm>
            <a:off x="2628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09937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4" name="Connector 23"/>
          <p:cNvCxnSpPr>
            <a:stCxn id="2" idx="2"/>
            <a:endCxn id="6" idx="0"/>
          </p:cNvCxnSpPr>
          <p:nvPr/>
        </p:nvCxnSpPr>
        <p:spPr>
          <a:xfrm flipH="1">
            <a:off x="520065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8168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6" name="Connector 25"/>
          <p:cNvCxnSpPr>
            <a:stCxn id="6" idx="2"/>
            <a:endCxn id="7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81687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8" name="Connector 27"/>
          <p:cNvCxnSpPr>
            <a:stCxn id="6" idx="2"/>
            <a:endCxn id="8" idx="0"/>
          </p:cNvCxnSpPr>
          <p:nvPr/>
        </p:nvCxnSpPr>
        <p:spPr>
          <a:xfrm>
            <a:off x="520065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67562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0" name="Connector 29"/>
          <p:cNvCxnSpPr>
            <a:stCxn id="2" idx="2"/>
            <a:endCxn id="9" idx="0"/>
          </p:cNvCxnSpPr>
          <p:nvPr/>
        </p:nvCxnSpPr>
        <p:spPr>
          <a:xfrm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6756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2" name="Connector 31"/>
          <p:cNvCxnSpPr>
            <a:stCxn id="9" idx="2"/>
            <a:endCxn id="10" idx="0"/>
          </p:cNvCxnSpPr>
          <p:nvPr/>
        </p:nvCxnSpPr>
        <p:spPr>
          <a:xfrm>
            <a:off x="77724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39312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4" name="Connector 33"/>
          <p:cNvCxnSpPr>
            <a:stCxn id="9" idx="2"/>
            <a:endCxn id="11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25187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6" name="Connector 35"/>
          <p:cNvCxnSpPr>
            <a:stCxn id="2" idx="2"/>
            <a:endCxn id="12" idx="0"/>
          </p:cNvCxnSpPr>
          <p:nvPr/>
        </p:nvCxnSpPr>
        <p:spPr>
          <a:xfrm>
            <a:off x="648652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5343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8" name="Connector 37"/>
          <p:cNvCxnSpPr>
            <a:stCxn id="12" idx="2"/>
            <a:endCxn id="13" idx="0"/>
          </p:cNvCxnSpPr>
          <p:nvPr/>
        </p:nvCxnSpPr>
        <p:spPr>
          <a:xfrm flipH="1">
            <a:off x="5200650" y="2095500"/>
            <a:ext cx="514350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810500" y="32861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0" name="Connector 39"/>
          <p:cNvCxnSpPr>
            <a:stCxn id="12" idx="2"/>
            <a:endCxn id="14" idx="0"/>
          </p:cNvCxnSpPr>
          <p:nvPr/>
        </p:nvCxnSpPr>
        <p:spPr>
          <a:xfrm flipH="1">
            <a:off x="777240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96375" y="32861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2" name="Connector 41"/>
          <p:cNvCxnSpPr>
            <a:stCxn id="12" idx="2"/>
            <a:endCxn id="15" idx="0"/>
          </p:cNvCxnSpPr>
          <p:nvPr/>
        </p:nvCxnSpPr>
        <p:spPr>
          <a:xfrm>
            <a:off x="10344150" y="209550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382250" y="32861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4" name="Connector 43"/>
          <p:cNvCxnSpPr>
            <a:stCxn id="16" idx="2"/>
            <a:endCxn id="17" idx="0"/>
          </p:cNvCxnSpPr>
          <p:nvPr/>
        </p:nvCxnSpPr>
        <p:spPr>
          <a:xfrm>
            <a:off x="905827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02518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