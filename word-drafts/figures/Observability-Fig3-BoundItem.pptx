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257800" cy="3429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53352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BoundItemType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FieldName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Kind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BrowsePath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DimensionConstantValue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SourceTypeDefinition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SourceBrowseName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ModelNamespaceUri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SemanticReferenceUri</a:t>
            </a:r>
          </a:p>
        </p:txBody>
      </p:sp>
      <p:sp>
        <p:nvSpPr>
          <p:cNvPr id="3" name="Rectangle 2"/>
          <p:cNvSpPr/>
          <p:nvPr/>
        </p:nvSpPr>
        <p:spPr>
          <a:xfrm>
            <a:off x="24765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BoundVariableType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MetricInstrumentType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Unit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ExplicitBucketBoundaries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MetricTemporality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Monotonic</a:t>
            </a:r>
          </a:p>
        </p:txBody>
      </p:sp>
      <p:sp>
        <p:nvSpPr>
          <p:cNvPr id="4" name="Rectangle 3"/>
          <p:cNvSpPr/>
          <p:nvPr/>
        </p:nvSpPr>
        <p:spPr>
          <a:xfrm>
            <a:off x="281940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BoundEventFieldType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EventFieldOperand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3525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BoundItemKindEnum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&lt;&lt;enumeration&gt;&gt;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Telemetry = 0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Status = 1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Metric = 2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Counter = 3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Event = 4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Dimension = 5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Identification = 6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Other = 7</a:t>
            </a:r>
          </a:p>
        </p:txBody>
      </p:sp>
      <p:cxnSp>
        <p:nvCxnSpPr>
          <p:cNvPr id="6" name="Connector 5"/>
          <p:cNvCxnSpPr>
            <a:stCxn id="3" idx="2"/>
            <a:endCxn id="2" idx="0"/>
          </p:cNvCxnSpPr>
          <p:nvPr/>
        </p:nvCxnSpPr>
        <p:spPr>
          <a:xfrm>
            <a:off x="1343025" y="10096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>
            <a:stCxn id="4" idx="2"/>
            <a:endCxn id="2" idx="0"/>
          </p:cNvCxnSpPr>
          <p:nvPr/>
        </p:nvCxnSpPr>
        <p:spPr>
          <a:xfrm flipH="1">
            <a:off x="2628900" y="10096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2" idx="2"/>
            <a:endCxn id="5" idx="0"/>
          </p:cNvCxnSpPr>
          <p:nvPr/>
        </p:nvCxnSpPr>
        <p:spPr>
          <a:xfrm>
            <a:off x="2628900" y="20955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