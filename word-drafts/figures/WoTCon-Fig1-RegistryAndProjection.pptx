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600700" cy="81153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5105400" cy="4362450"/>
          </a:xfrm>
          <a:prstGeom prst="roundRect">
            <a:avLst/>
          </a:prstGeom>
          <a:solidFill>
            <a:srgbClr val="F7F7F7"/>
          </a:solidFill>
          <a:ln w="9525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000" b="1">
                <a:solidFill>
                  <a:srgbClr val="111111"/>
                </a:solidFill>
              </a:rPr>
              <a:t>Sources of truth (canonical)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47650" y="4591050"/>
            <a:ext cx="5105400" cy="3276600"/>
          </a:xfrm>
          <a:prstGeom prst="roundRect">
            <a:avLst/>
          </a:prstGeom>
          <a:solidFill>
            <a:srgbClr val="F7F7F7"/>
          </a:solidFill>
          <a:ln w="9525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000" b="1">
                <a:solidFill>
                  <a:srgbClr val="111111"/>
                </a:solidFill>
              </a:rPr>
              <a:t>Derived projection (code-behind)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4975" y="6477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WoTRegistry i=64100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17335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ThingDescriptionGroup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90850" y="17335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ThingModelGroup</a:t>
            </a:r>
          </a:p>
        </p:txBody>
      </p:sp>
      <p:sp>
        <p:nvSpPr>
          <p:cNvPr id="7" name="Rectangle 6"/>
          <p:cNvSpPr/>
          <p:nvPr/>
        </p:nvSpPr>
        <p:spPr>
          <a:xfrm>
            <a:off x="1704975" y="28194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ThingDescriptionFile - TD bytes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704975" y="3905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ThingModelFile - TM bytes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9100" y="4991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ObjectType / VariableType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90850" y="4991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Object instance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04975" y="6076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Variables / Methods / EventTypes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04975" y="7162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Binder plans from forms</a:t>
            </a:r>
          </a:p>
        </p:txBody>
      </p:sp>
      <p:cxnSp>
        <p:nvCxnSpPr>
          <p:cNvPr id="13" name="Connector 12"/>
          <p:cNvCxnSpPr>
            <a:stCxn id="4" idx="2"/>
            <a:endCxn id="5" idx="0"/>
          </p:cNvCxnSpPr>
          <p:nvPr/>
        </p:nvCxnSpPr>
        <p:spPr>
          <a:xfrm flipH="1">
            <a:off x="1514475" y="11811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5" idx="2"/>
            <a:endCxn id="7" idx="0"/>
          </p:cNvCxnSpPr>
          <p:nvPr/>
        </p:nvCxnSpPr>
        <p:spPr>
          <a:xfrm>
            <a:off x="1514475" y="22669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4" idx="2"/>
            <a:endCxn id="6" idx="0"/>
          </p:cNvCxnSpPr>
          <p:nvPr/>
        </p:nvCxnSpPr>
        <p:spPr>
          <a:xfrm>
            <a:off x="2800350" y="11811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2"/>
            <a:endCxn id="8" idx="0"/>
          </p:cNvCxnSpPr>
          <p:nvPr/>
        </p:nvCxnSpPr>
        <p:spPr>
          <a:xfrm flipH="1">
            <a:off x="2800350" y="2266950"/>
            <a:ext cx="1285875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8" idx="2"/>
            <a:endCxn id="9" idx="0"/>
          </p:cNvCxnSpPr>
          <p:nvPr/>
        </p:nvCxnSpPr>
        <p:spPr>
          <a:xfrm flipH="1">
            <a:off x="1514475" y="4438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195512" y="4657725"/>
            <a:ext cx="5619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TM to types</a:t>
            </a:r>
          </a:p>
        </p:txBody>
      </p:sp>
      <p:cxnSp>
        <p:nvCxnSpPr>
          <p:cNvPr id="19" name="Connector 18"/>
          <p:cNvCxnSpPr>
            <a:stCxn id="7" idx="2"/>
            <a:endCxn id="10" idx="0"/>
          </p:cNvCxnSpPr>
          <p:nvPr/>
        </p:nvCxnSpPr>
        <p:spPr>
          <a:xfrm>
            <a:off x="2800350" y="3352800"/>
            <a:ext cx="1285875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481387" y="4543425"/>
            <a:ext cx="7334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TD to instances</a:t>
            </a:r>
          </a:p>
        </p:txBody>
      </p:sp>
      <p:cxnSp>
        <p:nvCxnSpPr>
          <p:cNvPr id="21" name="Connector 20"/>
          <p:cNvCxnSpPr>
            <a:stCxn id="10" idx="2"/>
            <a:endCxn id="11" idx="0"/>
          </p:cNvCxnSpPr>
          <p:nvPr/>
        </p:nvCxnSpPr>
        <p:spPr>
          <a:xfrm flipH="1">
            <a:off x="2800350" y="5524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1" idx="2"/>
            <a:endCxn id="12" idx="0"/>
          </p:cNvCxnSpPr>
          <p:nvPr/>
        </p:nvCxnSpPr>
        <p:spPr>
          <a:xfrm>
            <a:off x="2800350" y="66103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838450" y="6829425"/>
            <a:ext cx="3143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forms</a:t>
            </a:r>
          </a:p>
        </p:txBody>
      </p:sp>
      <p:cxnSp>
        <p:nvCxnSpPr>
          <p:cNvPr id="24" name="Connector 23"/>
          <p:cNvCxnSpPr>
            <a:stCxn id="7" idx="2"/>
            <a:endCxn id="8" idx="0"/>
          </p:cNvCxnSpPr>
          <p:nvPr/>
        </p:nvCxnSpPr>
        <p:spPr>
          <a:xfrm>
            <a:off x="2800350" y="3352800"/>
            <a:ext cx="0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838450" y="3571875"/>
            <a:ext cx="6858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links rel=type</a:t>
            </a:r>
          </a:p>
        </p:txBody>
      </p:sp>
      <p:cxnSp>
        <p:nvCxnSpPr>
          <p:cNvPr id="26" name="Connector 25"/>
          <p:cNvCxnSpPr>
            <a:stCxn id="4" idx="2"/>
            <a:endCxn id="10" idx="0"/>
          </p:cNvCxnSpPr>
          <p:nvPr/>
        </p:nvCxnSpPr>
        <p:spPr>
          <a:xfrm>
            <a:off x="2800350" y="1181100"/>
            <a:ext cx="1285875" cy="38100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481387" y="3457575"/>
            <a:ext cx="885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HasWoTProjection</a:t>
            </a:r>
          </a:p>
        </p:txBody>
      </p:sp>
      <p:cxnSp>
        <p:nvCxnSpPr>
          <p:cNvPr id="28" name="Connector 27"/>
          <p:cNvCxnSpPr>
            <a:stCxn id="4" idx="2"/>
            <a:endCxn id="11" idx="0"/>
          </p:cNvCxnSpPr>
          <p:nvPr/>
        </p:nvCxnSpPr>
        <p:spPr>
          <a:xfrm>
            <a:off x="2800350" y="1181100"/>
            <a:ext cx="0" cy="48958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838450" y="3714750"/>
            <a:ext cx="981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Refresh / generation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