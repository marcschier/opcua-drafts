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38650" cy="3581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Publisher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Decoder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IPC Schema message for SchemaId 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RecordBatches using SchemaId 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2525" y="1809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638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DataSet field schema changes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IPC Schema message or ArrowSchemaAnnouncement for SchemaId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6125" y="2571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6125" y="2400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cache SchemaId B independently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2525" y="295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2525" y="278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RecordBatches using SchemaId B in a new homogeneous stream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