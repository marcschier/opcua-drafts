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581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Decoder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IPC Schema message for SchemaId 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RecordBatches using SchemaId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DataSet field schema changes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IPC Schema message or ArrowSchemaAnnouncement for SchemaId 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cache SchemaId B independently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RecordBatches using SchemaId B in a new homogeneous stream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