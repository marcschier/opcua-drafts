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320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Client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2095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Server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2095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47650" y="904875"/>
            <a:ext cx="39433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alarm fires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DataChannelOfferedEventType (OfferId, SourceNodeId, Parameters, ExpirationTime)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OpenDataChannel(sourceNodeId, offerId, requestedParameters)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channelId, revisedParameters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152525" y="2571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52525" y="2400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STR frames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