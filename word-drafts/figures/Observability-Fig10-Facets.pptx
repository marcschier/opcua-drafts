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829550" cy="23431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476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DeviceType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LocationAddInType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11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IMaintenanceFacetType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&lt;&lt;interface&gt;&gt;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MachineType</a:t>
            </a:r>
          </a:p>
        </p:txBody>
      </p:sp>
      <p:cxnSp>
        <p:nvCxnSpPr>
          <p:cNvPr id="6" name="Connector 5"/>
          <p:cNvCxnSpPr>
            <a:stCxn id="5" idx="2"/>
            <a:endCxn id="2" idx="0"/>
          </p:cNvCxnSpPr>
          <p:nvPr/>
        </p:nvCxnSpPr>
        <p:spPr>
          <a:xfrm flipH="1">
            <a:off x="1343025" y="10096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667000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8" name="Connector 7"/>
          <p:cNvCxnSpPr>
            <a:stCxn id="5" idx="2"/>
            <a:endCxn id="3" idx="0"/>
          </p:cNvCxnSpPr>
          <p:nvPr/>
        </p:nvCxnSpPr>
        <p:spPr>
          <a:xfrm>
            <a:off x="3914775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952875" y="1228725"/>
            <a:ext cx="9620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HasAddIn (Location)</a:t>
            </a:r>
          </a:p>
        </p:txBody>
      </p:sp>
      <p:cxnSp>
        <p:nvCxnSpPr>
          <p:cNvPr id="10" name="Connector 9"/>
          <p:cNvCxnSpPr>
            <a:stCxn id="5" idx="2"/>
            <a:endCxn id="4" idx="0"/>
          </p:cNvCxnSpPr>
          <p:nvPr/>
        </p:nvCxnSpPr>
        <p:spPr>
          <a:xfrm>
            <a:off x="3914775" y="10096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38750" y="1228725"/>
            <a:ext cx="6381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HasInterface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