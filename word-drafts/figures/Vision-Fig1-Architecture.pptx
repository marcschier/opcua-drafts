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8858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Server Object i=2253</a:t>
            </a:r>
          </a:p>
        </p:txBody>
      </p:sp>
      <p:sp>
        <p:nvSpPr>
          <p:cNvPr id="3" name="Rectangle 2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Vision : VisionRootType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Sensors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Pipelines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Frames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115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ImageSensorType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Media : VisionMediaManagementType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9400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StreamEndpointType (RTSP)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91150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ClipEndpointType (JPEG)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Optics / Illumination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911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Calibrations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62900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InferencePipelineType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629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DeploymentType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spec&lt;/i&gt;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62900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ModelType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spec&lt;/i&gt;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34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InspectionResultType / DetectionResultType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3106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Feedback : VisionFeedbackType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534650" y="69913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LearningJobType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spec&lt;/i&gt;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77025" y="80772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DatasetType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&lt;i&gt;AI Model Management spec&lt;/i&gt;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7025" y="59055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UsdGeomCameraType (Part 2)</a:t>
            </a:r>
          </a:p>
        </p:txBody>
      </p:sp>
      <p:cxnSp>
        <p:nvCxnSpPr>
          <p:cNvPr id="22" name="Connector 21"/>
          <p:cNvCxnSpPr>
            <a:stCxn id="2" idx="2"/>
            <a:endCxn id="3" idx="0"/>
          </p:cNvCxnSpPr>
          <p:nvPr/>
        </p:nvCxnSpPr>
        <p:spPr>
          <a:xfrm>
            <a:off x="7772400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>
            <a:stCxn id="3" idx="2"/>
            <a:endCxn id="4" idx="0"/>
          </p:cNvCxnSpPr>
          <p:nvPr/>
        </p:nvCxnSpPr>
        <p:spPr>
          <a:xfrm flipH="1">
            <a:off x="3914775" y="20955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>
            <a:stCxn id="3" idx="2"/>
            <a:endCxn id="5" idx="0"/>
          </p:cNvCxnSpPr>
          <p:nvPr/>
        </p:nvCxnSpPr>
        <p:spPr>
          <a:xfrm flipH="1">
            <a:off x="6486525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>
            <a:stCxn id="3" idx="2"/>
            <a:endCxn id="6" idx="0"/>
          </p:cNvCxnSpPr>
          <p:nvPr/>
        </p:nvCxnSpPr>
        <p:spPr>
          <a:xfrm>
            <a:off x="7772400" y="20955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>
            <a:stCxn id="3" idx="2"/>
            <a:endCxn id="7" idx="0"/>
          </p:cNvCxnSpPr>
          <p:nvPr/>
        </p:nvCxnSpPr>
        <p:spPr>
          <a:xfrm>
            <a:off x="7772400" y="209550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>
            <a:stCxn id="4" idx="2"/>
            <a:endCxn id="8" idx="0"/>
          </p:cNvCxnSpPr>
          <p:nvPr/>
        </p:nvCxnSpPr>
        <p:spPr>
          <a:xfrm>
            <a:off x="391477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>
            <a:stCxn id="8" idx="2"/>
            <a:endCxn id="9" idx="0"/>
          </p:cNvCxnSpPr>
          <p:nvPr/>
        </p:nvCxnSpPr>
        <p:spPr>
          <a:xfrm flipH="1">
            <a:off x="1343025" y="426720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>
            <a:stCxn id="9" idx="2"/>
            <a:endCxn id="10" idx="0"/>
          </p:cNvCxnSpPr>
          <p:nvPr/>
        </p:nvCxnSpPr>
        <p:spPr>
          <a:xfrm>
            <a:off x="1343025" y="535305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>
            <a:stCxn id="9" idx="2"/>
            <a:endCxn id="11" idx="0"/>
          </p:cNvCxnSpPr>
          <p:nvPr/>
        </p:nvCxnSpPr>
        <p:spPr>
          <a:xfrm>
            <a:off x="1343025" y="5353050"/>
            <a:ext cx="514350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>
            <a:stCxn id="8" idx="2"/>
            <a:endCxn id="12" idx="0"/>
          </p:cNvCxnSpPr>
          <p:nvPr/>
        </p:nvCxnSpPr>
        <p:spPr>
          <a:xfrm flipH="1">
            <a:off x="3914775" y="426720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>
            <a:stCxn id="8" idx="2"/>
            <a:endCxn id="13" idx="0"/>
          </p:cNvCxnSpPr>
          <p:nvPr/>
        </p:nvCxnSpPr>
        <p:spPr>
          <a:xfrm>
            <a:off x="6486525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>
            <a:stCxn id="5" idx="2"/>
            <a:endCxn id="14" idx="0"/>
          </p:cNvCxnSpPr>
          <p:nvPr/>
        </p:nvCxnSpPr>
        <p:spPr>
          <a:xfrm>
            <a:off x="6486525" y="318135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>
            <a:stCxn id="14" idx="2"/>
            <a:endCxn id="15" idx="0"/>
          </p:cNvCxnSpPr>
          <p:nvPr/>
        </p:nvCxnSpPr>
        <p:spPr>
          <a:xfrm>
            <a:off x="9058275" y="4267200"/>
            <a:ext cx="0" cy="55245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096375" y="4486275"/>
            <a:ext cx="40005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NodeId</a:t>
            </a:r>
          </a:p>
        </p:txBody>
      </p:sp>
      <p:cxnSp>
        <p:nvCxnSpPr>
          <p:cNvPr id="36" name="Connector 35"/>
          <p:cNvCxnSpPr>
            <a:stCxn id="15" idx="2"/>
            <a:endCxn id="16" idx="0"/>
          </p:cNvCxnSpPr>
          <p:nvPr/>
        </p:nvCxnSpPr>
        <p:spPr>
          <a:xfrm>
            <a:off x="9058275" y="535305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>
            <a:stCxn id="14" idx="2"/>
            <a:endCxn id="17" idx="0"/>
          </p:cNvCxnSpPr>
          <p:nvPr/>
        </p:nvCxnSpPr>
        <p:spPr>
          <a:xfrm>
            <a:off x="9058275" y="426720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>
            <a:stCxn id="14" idx="2"/>
            <a:endCxn id="18" idx="0"/>
          </p:cNvCxnSpPr>
          <p:nvPr/>
        </p:nvCxnSpPr>
        <p:spPr>
          <a:xfrm>
            <a:off x="9058275" y="4267200"/>
            <a:ext cx="514350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>
            <a:stCxn id="18" idx="2"/>
            <a:endCxn id="19" idx="0"/>
          </p:cNvCxnSpPr>
          <p:nvPr/>
        </p:nvCxnSpPr>
        <p:spPr>
          <a:xfrm flipH="1">
            <a:off x="11630025" y="5353050"/>
            <a:ext cx="257175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>
            <a:stCxn id="19" idx="2"/>
            <a:endCxn id="20" idx="0"/>
          </p:cNvCxnSpPr>
          <p:nvPr/>
        </p:nvCxnSpPr>
        <p:spPr>
          <a:xfrm flipH="1">
            <a:off x="7772400" y="7524750"/>
            <a:ext cx="385762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>
            <a:stCxn id="8" idx="2"/>
            <a:endCxn id="21" idx="0"/>
          </p:cNvCxnSpPr>
          <p:nvPr/>
        </p:nvCxnSpPr>
        <p:spPr>
          <a:xfrm>
            <a:off x="6486525" y="4267200"/>
            <a:ext cx="1285875" cy="163830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7167562" y="5457825"/>
            <a:ext cx="7334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HasScenePrim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