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GeneratorSetType : DI.DeviceType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GeneratorIdentificationType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MachineryItemState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MachineryOperationMode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GeneratorStateMachineType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GeneratorOperatingModeEnum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34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Engine : EngineType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06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Alternator : AlternatorType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Controller : GeneratorControllerType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FuelSystem : FuelSystemType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CoolingSystem : CoolingSystemType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LubricationSystem : LubricationSystemType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StartingSystem : StartingSystemType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Ratings folder → GeneratorRatingType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J1939DiagnosticInterfaceType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ExhaustAftertreatmentType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L1 : AlternatorPhaseType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L2 : AlternatorPhaseType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L3 : AlternatorPhaseType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GeneratorProtectionAlarmType</a:t>
            </a:r>
          </a:p>
        </p:txBody>
      </p:sp>
      <p:cxnSp>
        <p:nvCxnSpPr>
          <p:cNvPr id="23" name="Connector 22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5812" y="1228725"/>
            <a:ext cx="1190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 2:Identification</a:t>
            </a:r>
          </a:p>
        </p:txBody>
      </p:sp>
      <p:cxnSp>
        <p:nvCxnSpPr>
          <p:cNvPr id="25" name="Connector 24"/>
          <p:cNvCxnSpPr>
            <a:stCxn id="2" idx="2"/>
            <a:endCxn id="4" idx="0"/>
          </p:cNvCxnSpPr>
          <p:nvPr/>
        </p:nvCxnSpPr>
        <p:spPr>
          <a:xfrm flipH="1">
            <a:off x="3914775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81687" y="1228725"/>
            <a:ext cx="1752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 3:MachineryBuildingBlocks</a:t>
            </a:r>
          </a:p>
        </p:txBody>
      </p:sp>
      <p:cxnSp>
        <p:nvCxnSpPr>
          <p:cNvPr id="27" name="Connector 26"/>
          <p:cNvCxnSpPr>
            <a:stCxn id="4" idx="2"/>
            <a:endCxn id="5" idx="0"/>
          </p:cNvCxnSpPr>
          <p:nvPr/>
        </p:nvCxnSpPr>
        <p:spPr>
          <a:xfrm flipH="1">
            <a:off x="134302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4" idx="2"/>
            <a:endCxn id="6" idx="0"/>
          </p:cNvCxnSpPr>
          <p:nvPr/>
        </p:nvCxnSpPr>
        <p:spPr>
          <a:xfrm>
            <a:off x="3914775" y="209550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" idx="2"/>
            <a:endCxn id="7" idx="0"/>
          </p:cNvCxnSpPr>
          <p:nvPr/>
        </p:nvCxnSpPr>
        <p:spPr>
          <a:xfrm flipH="1"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67562" y="1371600"/>
            <a:ext cx="7429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OperatingState</a:t>
            </a:r>
          </a:p>
        </p:txBody>
      </p:sp>
      <p:cxnSp>
        <p:nvCxnSpPr>
          <p:cNvPr id="31" name="Connector 30"/>
          <p:cNvCxnSpPr>
            <a:stCxn id="2" idx="2"/>
            <a:endCxn id="8" idx="0"/>
          </p:cNvCxnSpPr>
          <p:nvPr/>
        </p:nvCxnSpPr>
        <p:spPr>
          <a:xfrm>
            <a:off x="77724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3437" y="1228725"/>
            <a:ext cx="7715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OperatingMode</a:t>
            </a:r>
          </a:p>
        </p:txBody>
      </p:sp>
      <p:cxnSp>
        <p:nvCxnSpPr>
          <p:cNvPr id="33" name="Connector 32"/>
          <p:cNvCxnSpPr>
            <a:stCxn id="2" idx="2"/>
            <a:endCxn id="9" idx="0"/>
          </p:cNvCxnSpPr>
          <p:nvPr/>
        </p:nvCxnSpPr>
        <p:spPr>
          <a:xfrm>
            <a:off x="7772400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" idx="2"/>
            <a:endCxn id="10" idx="0"/>
          </p:cNvCxnSpPr>
          <p:nvPr/>
        </p:nvCxnSpPr>
        <p:spPr>
          <a:xfrm>
            <a:off x="7772400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" idx="2"/>
            <a:endCxn id="11" idx="0"/>
          </p:cNvCxnSpPr>
          <p:nvPr/>
        </p:nvCxnSpPr>
        <p:spPr>
          <a:xfrm flipH="1">
            <a:off x="1343025" y="10096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" idx="2"/>
            <a:endCxn id="12" idx="0"/>
          </p:cNvCxnSpPr>
          <p:nvPr/>
        </p:nvCxnSpPr>
        <p:spPr>
          <a:xfrm flipH="1">
            <a:off x="3914775" y="10096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" idx="2"/>
            <a:endCxn id="13" idx="0"/>
          </p:cNvCxnSpPr>
          <p:nvPr/>
        </p:nvCxnSpPr>
        <p:spPr>
          <a:xfrm flipH="1">
            <a:off x="6486525" y="10096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" idx="2"/>
            <a:endCxn id="14" idx="0"/>
          </p:cNvCxnSpPr>
          <p:nvPr/>
        </p:nvCxnSpPr>
        <p:spPr>
          <a:xfrm>
            <a:off x="7772400" y="10096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" idx="2"/>
            <a:endCxn id="15" idx="0"/>
          </p:cNvCxnSpPr>
          <p:nvPr/>
        </p:nvCxnSpPr>
        <p:spPr>
          <a:xfrm>
            <a:off x="7772400" y="10096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" idx="2"/>
            <a:endCxn id="16" idx="0"/>
          </p:cNvCxnSpPr>
          <p:nvPr/>
        </p:nvCxnSpPr>
        <p:spPr>
          <a:xfrm>
            <a:off x="7772400" y="10096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9" idx="2"/>
            <a:endCxn id="17" idx="0"/>
          </p:cNvCxnSpPr>
          <p:nvPr/>
        </p:nvCxnSpPr>
        <p:spPr>
          <a:xfrm flipH="1">
            <a:off x="6486525" y="209550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096375" y="3400425"/>
            <a:ext cx="6572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CanInterface</a:t>
            </a:r>
          </a:p>
        </p:txBody>
      </p:sp>
      <p:cxnSp>
        <p:nvCxnSpPr>
          <p:cNvPr id="43" name="Connector 42"/>
          <p:cNvCxnSpPr>
            <a:stCxn id="9" idx="2"/>
            <a:endCxn id="18" idx="0"/>
          </p:cNvCxnSpPr>
          <p:nvPr/>
        </p:nvCxnSpPr>
        <p:spPr>
          <a:xfrm flipH="1">
            <a:off x="905827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82250" y="3400425"/>
            <a:ext cx="7239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Aftertreatment</a:t>
            </a:r>
          </a:p>
        </p:txBody>
      </p:sp>
      <p:cxnSp>
        <p:nvCxnSpPr>
          <p:cNvPr id="45" name="Connector 44"/>
          <p:cNvCxnSpPr>
            <a:stCxn id="10" idx="2"/>
            <a:endCxn id="19" idx="0"/>
          </p:cNvCxnSpPr>
          <p:nvPr/>
        </p:nvCxnSpPr>
        <p:spPr>
          <a:xfrm flipH="1">
            <a:off x="1163002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0" idx="2"/>
            <a:endCxn id="20" idx="0"/>
          </p:cNvCxnSpPr>
          <p:nvPr/>
        </p:nvCxnSpPr>
        <p:spPr>
          <a:xfrm>
            <a:off x="14201775" y="209550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0" idx="2"/>
            <a:endCxn id="21" idx="0"/>
          </p:cNvCxnSpPr>
          <p:nvPr/>
        </p:nvCxnSpPr>
        <p:spPr>
          <a:xfrm flipH="1">
            <a:off x="7772400" y="2095500"/>
            <a:ext cx="6429375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2" idx="2"/>
            <a:endCxn id="22" idx="0"/>
          </p:cNvCxnSpPr>
          <p:nvPr/>
        </p:nvCxnSpPr>
        <p:spPr>
          <a:xfrm>
            <a:off x="7772400" y="1009650"/>
            <a:ext cx="0" cy="27241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10500" y="2314575"/>
            <a:ext cx="7905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GeneratesEvent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