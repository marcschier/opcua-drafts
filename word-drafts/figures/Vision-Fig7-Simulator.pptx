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6572250" cy="3962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47650" y="247650"/>
            <a:ext cx="1809750" cy="419100"/>
          </a:xfrm>
          <a:prstGeom prst="round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11111"/>
                </a:solidFill>
              </a:rPr>
              <a:t>Client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52525" y="857250"/>
            <a:ext cx="0" cy="285750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2381250" y="247650"/>
            <a:ext cx="1809750" cy="419100"/>
          </a:xfrm>
          <a:prstGeom prst="round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11111"/>
                </a:solidFill>
              </a:rPr>
              <a:t>OPC UA Server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286125" y="857250"/>
            <a:ext cx="0" cy="285750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4514850" y="247650"/>
            <a:ext cx="1809750" cy="419100"/>
          </a:xfrm>
          <a:prstGeom prst="round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11111"/>
                </a:solidFill>
              </a:rPr>
              <a:t>Simulator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19725" y="857250"/>
            <a:ext cx="0" cy="2857500"/>
          </a:xfrm>
          <a:prstGeom prst="line">
            <a:avLst/>
          </a:prstGeom>
          <a:ln w="9525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52525" y="1047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152525" y="876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Read sensor RealityKind, GroundTruthAvailable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1152525" y="1428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152525" y="1257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Simulated, true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52525" y="1809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152525" y="1638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RunInference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286125" y="2190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286125" y="2019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render frame + evaluate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3286125" y="2571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286125" y="2400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result (ground truth, not a prediction)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1152525" y="2952750"/>
            <a:ext cx="2133600" cy="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152525" y="2781300"/>
            <a:ext cx="21336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111111"/>
                </a:solidFill>
              </a:rPr>
              <a:t>ResultId (Good)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7650" y="3190875"/>
            <a:ext cx="6076950" cy="285750"/>
          </a:xfrm>
          <a:prstGeom prst="rect">
            <a:avLst/>
          </a:prstGeom>
          <a:solidFill>
            <a:srgbClr val="F7F7F7"/>
          </a:solidFill>
          <a:ln w="9525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i="1">
                <a:solidFill>
                  <a:srgbClr val="111111"/>
                </a:solidFill>
              </a:rPr>
              <a:t>shall not use as a measure of model accuracy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/>
  <cp:revision>1</cp:revision>
  <dcterms:created xsi:type="dcterms:W3CDTF">2026-01-01T00:00:00Z</dcterms:created>
  <dcterms:modified xsi:type="dcterms:W3CDTF">2026-01-01T00:00:00Z</dcterms:modified>
  <cp:category/>
</cp:coreProperties>
</file>