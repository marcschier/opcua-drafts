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396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857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OPC UA 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857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Simulator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2857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sensor RealityKind, GroundTruthAvailable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Simulated, true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RunInference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61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61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render frame + evaluate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861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861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result (ground truth, not a prediction)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1525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525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ResultId (Good)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7650" y="3190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shall not use as a measure of model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