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544800" cy="66865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77025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ExamplePump : PumpType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702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Pumps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ObservabilityBindingGroup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8194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 registry i=60101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11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Metrics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2476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Speed : Telemetry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28194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Throughput : Telemetry</a:t>
            </a:r>
          </a:p>
        </p:txBody>
      </p:sp>
      <p:sp>
        <p:nvSpPr>
          <p:cNvPr id="8" name="Rectangle 7"/>
          <p:cNvSpPr/>
          <p:nvPr/>
        </p:nvSpPr>
        <p:spPr>
          <a:xfrm>
            <a:off x="53911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MassFlow : Telemetry</a:t>
            </a:r>
          </a:p>
        </p:txBody>
      </p:sp>
      <p:sp>
        <p:nvSpPr>
          <p:cNvPr id="9" name="Rectangle 8"/>
          <p:cNvSpPr/>
          <p:nvPr/>
        </p:nvSpPr>
        <p:spPr>
          <a:xfrm>
            <a:off x="79629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ProcessPressure : Telemetry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346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DifferentialPressure : Telemetry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1064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PumpTotalHead : Telemetry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29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Logs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Logs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76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EventId : Event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1940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EventType : Event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11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SourceName : Event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290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Time : Event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346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Severity : Event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10640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Message : Event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346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Traces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Traces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765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EventId : Event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194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SourceName : Event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115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Time : Event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629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Severity : Event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3465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Message : Event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1064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service.name : Dimension</a:t>
            </a:r>
          </a:p>
        </p:txBody>
      </p:sp>
      <p:cxnSp>
        <p:nvCxnSpPr>
          <p:cNvPr id="26" name="Connector 25"/>
          <p:cNvCxnSpPr>
            <a:stCxn id="2" idx="2"/>
            <a:endCxn id="3" idx="0"/>
          </p:cNvCxnSpPr>
          <p:nvPr/>
        </p:nvCxnSpPr>
        <p:spPr>
          <a:xfrm>
            <a:off x="7772400" y="10096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3" idx="2"/>
            <a:endCxn id="4" idx="0"/>
          </p:cNvCxnSpPr>
          <p:nvPr/>
        </p:nvCxnSpPr>
        <p:spPr>
          <a:xfrm flipH="1">
            <a:off x="3914775" y="209550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881687" y="231457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CollectedBy</a:t>
            </a:r>
          </a:p>
        </p:txBody>
      </p:sp>
      <p:cxnSp>
        <p:nvCxnSpPr>
          <p:cNvPr id="29" name="Connector 28"/>
          <p:cNvCxnSpPr>
            <a:stCxn id="3" idx="2"/>
            <a:endCxn id="5" idx="0"/>
          </p:cNvCxnSpPr>
          <p:nvPr/>
        </p:nvCxnSpPr>
        <p:spPr>
          <a:xfrm flipH="1">
            <a:off x="6486525" y="20955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5" idx="2"/>
            <a:endCxn id="6" idx="0"/>
          </p:cNvCxnSpPr>
          <p:nvPr/>
        </p:nvCxnSpPr>
        <p:spPr>
          <a:xfrm flipH="1">
            <a:off x="1343025" y="3181350"/>
            <a:ext cx="514350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5" idx="2"/>
            <a:endCxn id="7" idx="0"/>
          </p:cNvCxnSpPr>
          <p:nvPr/>
        </p:nvCxnSpPr>
        <p:spPr>
          <a:xfrm flipH="1">
            <a:off x="3914775" y="31813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5" idx="2"/>
            <a:endCxn id="8" idx="0"/>
          </p:cNvCxnSpPr>
          <p:nvPr/>
        </p:nvCxnSpPr>
        <p:spPr>
          <a:xfrm>
            <a:off x="6486525" y="31813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5" idx="2"/>
            <a:endCxn id="9" idx="0"/>
          </p:cNvCxnSpPr>
          <p:nvPr/>
        </p:nvCxnSpPr>
        <p:spPr>
          <a:xfrm>
            <a:off x="6486525" y="31813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5" idx="2"/>
            <a:endCxn id="10" idx="0"/>
          </p:cNvCxnSpPr>
          <p:nvPr/>
        </p:nvCxnSpPr>
        <p:spPr>
          <a:xfrm>
            <a:off x="6486525" y="3181350"/>
            <a:ext cx="514350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5" idx="2"/>
            <a:endCxn id="11" idx="0"/>
          </p:cNvCxnSpPr>
          <p:nvPr/>
        </p:nvCxnSpPr>
        <p:spPr>
          <a:xfrm>
            <a:off x="6486525" y="3181350"/>
            <a:ext cx="77152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3" idx="2"/>
            <a:endCxn id="12" idx="0"/>
          </p:cNvCxnSpPr>
          <p:nvPr/>
        </p:nvCxnSpPr>
        <p:spPr>
          <a:xfrm>
            <a:off x="7772400" y="20955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2" idx="2"/>
            <a:endCxn id="13" idx="0"/>
          </p:cNvCxnSpPr>
          <p:nvPr/>
        </p:nvCxnSpPr>
        <p:spPr>
          <a:xfrm flipH="1">
            <a:off x="1343025" y="3181350"/>
            <a:ext cx="771525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12" idx="2"/>
            <a:endCxn id="14" idx="0"/>
          </p:cNvCxnSpPr>
          <p:nvPr/>
        </p:nvCxnSpPr>
        <p:spPr>
          <a:xfrm flipH="1">
            <a:off x="3914775" y="3181350"/>
            <a:ext cx="514350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12" idx="2"/>
            <a:endCxn id="15" idx="0"/>
          </p:cNvCxnSpPr>
          <p:nvPr/>
        </p:nvCxnSpPr>
        <p:spPr>
          <a:xfrm flipH="1">
            <a:off x="6486525" y="3181350"/>
            <a:ext cx="257175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12" idx="2"/>
            <a:endCxn id="16" idx="0"/>
          </p:cNvCxnSpPr>
          <p:nvPr/>
        </p:nvCxnSpPr>
        <p:spPr>
          <a:xfrm>
            <a:off x="9058275" y="3181350"/>
            <a:ext cx="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12" idx="2"/>
            <a:endCxn id="17" idx="0"/>
          </p:cNvCxnSpPr>
          <p:nvPr/>
        </p:nvCxnSpPr>
        <p:spPr>
          <a:xfrm>
            <a:off x="9058275" y="3181350"/>
            <a:ext cx="257175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12" idx="2"/>
            <a:endCxn id="18" idx="0"/>
          </p:cNvCxnSpPr>
          <p:nvPr/>
        </p:nvCxnSpPr>
        <p:spPr>
          <a:xfrm>
            <a:off x="9058275" y="3181350"/>
            <a:ext cx="514350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" idx="2"/>
            <a:endCxn id="19" idx="0"/>
          </p:cNvCxnSpPr>
          <p:nvPr/>
        </p:nvCxnSpPr>
        <p:spPr>
          <a:xfrm>
            <a:off x="7772400" y="209550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>
            <a:stCxn id="19" idx="2"/>
            <a:endCxn id="20" idx="0"/>
          </p:cNvCxnSpPr>
          <p:nvPr/>
        </p:nvCxnSpPr>
        <p:spPr>
          <a:xfrm flipH="1">
            <a:off x="1343025" y="3181350"/>
            <a:ext cx="10287000" cy="27241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>
            <a:stCxn id="19" idx="2"/>
            <a:endCxn id="21" idx="0"/>
          </p:cNvCxnSpPr>
          <p:nvPr/>
        </p:nvCxnSpPr>
        <p:spPr>
          <a:xfrm flipH="1">
            <a:off x="3914775" y="3181350"/>
            <a:ext cx="7715250" cy="27241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>
            <a:stCxn id="19" idx="2"/>
            <a:endCxn id="22" idx="0"/>
          </p:cNvCxnSpPr>
          <p:nvPr/>
        </p:nvCxnSpPr>
        <p:spPr>
          <a:xfrm flipH="1">
            <a:off x="6486525" y="3181350"/>
            <a:ext cx="5143500" cy="27241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>
            <a:stCxn id="19" idx="2"/>
            <a:endCxn id="23" idx="0"/>
          </p:cNvCxnSpPr>
          <p:nvPr/>
        </p:nvCxnSpPr>
        <p:spPr>
          <a:xfrm flipH="1">
            <a:off x="9058275" y="3181350"/>
            <a:ext cx="2571750" cy="27241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>
            <a:stCxn id="19" idx="2"/>
            <a:endCxn id="24" idx="0"/>
          </p:cNvCxnSpPr>
          <p:nvPr/>
        </p:nvCxnSpPr>
        <p:spPr>
          <a:xfrm>
            <a:off x="11630025" y="3181350"/>
            <a:ext cx="0" cy="27241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>
            <a:stCxn id="19" idx="2"/>
            <a:endCxn id="25" idx="0"/>
          </p:cNvCxnSpPr>
          <p:nvPr/>
        </p:nvCxnSpPr>
        <p:spPr>
          <a:xfrm>
            <a:off x="11630025" y="3181350"/>
            <a:ext cx="2571750" cy="27241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