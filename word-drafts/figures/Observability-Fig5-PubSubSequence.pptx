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72250" cy="5105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Server (PubSub configured)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4000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Bridge (Client)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4000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148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OTEL Collector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19725" y="857250"/>
            <a:ext cx="0" cy="4000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52525" y="1047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2525" y="876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Browse Server/Observability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525" y="1428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2525" y="1257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ObservabilityBindingGroup { CompanionSpecificationUri, ModelNamespaceUris }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152525" y="180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52525" y="163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Browse selected group children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52525" y="219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52525" y="201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ObservabilityBinding + realization (PublishedDataSet Exports binding)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152525" y="2571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52525" y="2400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Read DataSetMetaData + WriterGroup/PubSubConnection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86125" y="2952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286125" y="2781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Match or cache DataSetClassId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86125" y="3333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86125" y="3162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Create DataSetReader (subscriber)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7650" y="3571875"/>
            <a:ext cx="60769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loop runtime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525" y="4095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52525" y="3924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PubSub DataSetMessage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86125" y="4476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286125" y="4305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OTLP metric / LogRecord / Span (+ dimensions + semantic cross-ref)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