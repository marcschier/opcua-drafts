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5105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Server (PubSub configured)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Bridge (Client)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OTEL Collector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Browse Server/Observability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ObservabilityBindingGroup { CompanionSpecificationUri, ModelNamespaceUris }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Browse selected group children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ObservabilityBinding + realization (PublishedDataSet Exports binding)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1525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25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DataSetMetaData + WriterGroup/PubSubConnection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86125" y="2952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86125" y="2781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Match or cache DataSetClassId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3333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86125" y="3162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Create DataSetReader (subscriber)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7650" y="3571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loop runtime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52525" y="4095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52525" y="3924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PubSub DataSetMessage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86125" y="4476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86125" y="4305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OTLP metric / LogRecord / Span (+ dimensions + semantic cross-ref)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