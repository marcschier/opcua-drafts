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401300" cy="45148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05275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FolderType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05275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RegistryType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24765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RegistryId</a:t>
            </a:r>
          </a:p>
        </p:txBody>
      </p:sp>
      <p:sp>
        <p:nvSpPr>
          <p:cNvPr id="5" name="Rectangle 4"/>
          <p:cNvSpPr/>
          <p:nvPr/>
        </p:nvSpPr>
        <p:spPr>
          <a:xfrm>
            <a:off x="281940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&lt;Group&gt;</a:t>
            </a:r>
          </a:p>
        </p:txBody>
      </p:sp>
      <p:sp>
        <p:nvSpPr>
          <p:cNvPr id="6" name="Rectangle 5"/>
          <p:cNvSpPr/>
          <p:nvPr/>
        </p:nvSpPr>
        <p:spPr>
          <a:xfrm>
            <a:off x="4105275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GroupType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91150" y="2647950"/>
            <a:ext cx="2190750" cy="5334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CreateGroup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62900" y="2647950"/>
            <a:ext cx="2190750" cy="5334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GetOrCreateGroup</a:t>
            </a:r>
          </a:p>
        </p:txBody>
      </p:sp>
      <p:cxnSp>
        <p:nvCxnSpPr>
          <p:cNvPr id="9" name="Connector 8"/>
          <p:cNvCxnSpPr>
            <a:stCxn id="2" idx="2"/>
            <a:endCxn id="3" idx="0"/>
          </p:cNvCxnSpPr>
          <p:nvPr/>
        </p:nvCxnSpPr>
        <p:spPr>
          <a:xfrm>
            <a:off x="5200650" y="1009650"/>
            <a:ext cx="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238750" y="1228725"/>
            <a:ext cx="4857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11" name="Connector 10"/>
          <p:cNvCxnSpPr>
            <a:stCxn id="3" idx="2"/>
            <a:endCxn id="4" idx="0"/>
          </p:cNvCxnSpPr>
          <p:nvPr/>
        </p:nvCxnSpPr>
        <p:spPr>
          <a:xfrm flipH="1">
            <a:off x="1343025" y="2095500"/>
            <a:ext cx="385762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309937" y="2314575"/>
            <a:ext cx="4953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13" name="Connector 12"/>
          <p:cNvCxnSpPr>
            <a:stCxn id="3" idx="2"/>
            <a:endCxn id="5" idx="0"/>
          </p:cNvCxnSpPr>
          <p:nvPr/>
        </p:nvCxnSpPr>
        <p:spPr>
          <a:xfrm flipH="1">
            <a:off x="3914775" y="2095500"/>
            <a:ext cx="12858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595812" y="2314575"/>
            <a:ext cx="4286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Organizes</a:t>
            </a:r>
          </a:p>
        </p:txBody>
      </p:sp>
      <p:cxnSp>
        <p:nvCxnSpPr>
          <p:cNvPr id="15" name="Connector 14"/>
          <p:cNvCxnSpPr>
            <a:stCxn id="5" idx="2"/>
            <a:endCxn id="6" idx="0"/>
          </p:cNvCxnSpPr>
          <p:nvPr/>
        </p:nvCxnSpPr>
        <p:spPr>
          <a:xfrm>
            <a:off x="3914775" y="3181350"/>
            <a:ext cx="1285875" cy="552450"/>
          </a:xfrm>
          <a:prstGeom prst="bentConnector3">
            <a:avLst/>
          </a:prstGeom>
          <a:ln w="12700">
            <a:solidFill>
              <a:srgbClr val="444444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>
            <a:stCxn id="3" idx="2"/>
            <a:endCxn id="7" idx="0"/>
          </p:cNvCxnSpPr>
          <p:nvPr/>
        </p:nvCxnSpPr>
        <p:spPr>
          <a:xfrm>
            <a:off x="5200650" y="2095500"/>
            <a:ext cx="12858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>
            <a:stCxn id="3" idx="2"/>
            <a:endCxn id="8" idx="0"/>
          </p:cNvCxnSpPr>
          <p:nvPr/>
        </p:nvCxnSpPr>
        <p:spPr>
          <a:xfrm>
            <a:off x="5200650" y="2095500"/>
            <a:ext cx="385762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