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829550" cy="45148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81940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FolderType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281940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AASEnvironmentType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247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&lt;AssetAdministrationShell&gt;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2819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&lt;Submodel&gt;</a:t>
            </a:r>
          </a:p>
        </p:txBody>
      </p:sp>
      <p:sp>
        <p:nvSpPr>
          <p:cNvPr id="6" name="Rectangle 5"/>
          <p:cNvSpPr/>
          <p:nvPr/>
        </p:nvSpPr>
        <p:spPr>
          <a:xfrm>
            <a:off x="53911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&lt;ConceptDescription&gt;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24765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AASType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281940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AASSubmodelType</a:t>
            </a:r>
          </a:p>
        </p:txBody>
      </p:sp>
      <p:sp>
        <p:nvSpPr>
          <p:cNvPr id="9" name="Rectangle 8"/>
          <p:cNvSpPr/>
          <p:nvPr/>
        </p:nvSpPr>
        <p:spPr>
          <a:xfrm>
            <a:off x="539115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AASConceptDescriptionType</a:t>
            </a:r>
          </a:p>
        </p:txBody>
      </p:sp>
      <p:cxnSp>
        <p:nvCxnSpPr>
          <p:cNvPr id="10" name="Connector 9"/>
          <p:cNvCxnSpPr>
            <a:stCxn id="2" idx="2"/>
            <a:endCxn id="3" idx="0"/>
          </p:cNvCxnSpPr>
          <p:nvPr/>
        </p:nvCxnSpPr>
        <p:spPr>
          <a:xfrm>
            <a:off x="3914775" y="1009650"/>
            <a:ext cx="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952875" y="1228725"/>
            <a:ext cx="6096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12" name="Connector 11"/>
          <p:cNvCxnSpPr>
            <a:stCxn id="3" idx="2"/>
            <a:endCxn id="4" idx="0"/>
          </p:cNvCxnSpPr>
          <p:nvPr/>
        </p:nvCxnSpPr>
        <p:spPr>
          <a:xfrm flipH="1">
            <a:off x="1343025" y="2095500"/>
            <a:ext cx="257175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667000" y="2314575"/>
            <a:ext cx="5334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Organizes</a:t>
            </a:r>
          </a:p>
        </p:txBody>
      </p:sp>
      <p:cxnSp>
        <p:nvCxnSpPr>
          <p:cNvPr id="14" name="Connector 13"/>
          <p:cNvCxnSpPr>
            <a:stCxn id="3" idx="2"/>
            <a:endCxn id="5" idx="0"/>
          </p:cNvCxnSpPr>
          <p:nvPr/>
        </p:nvCxnSpPr>
        <p:spPr>
          <a:xfrm>
            <a:off x="3914775" y="2095500"/>
            <a:ext cx="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952875" y="2314575"/>
            <a:ext cx="5334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Organizes</a:t>
            </a:r>
          </a:p>
        </p:txBody>
      </p:sp>
      <p:cxnSp>
        <p:nvCxnSpPr>
          <p:cNvPr id="16" name="Connector 15"/>
          <p:cNvCxnSpPr>
            <a:stCxn id="3" idx="2"/>
            <a:endCxn id="6" idx="0"/>
          </p:cNvCxnSpPr>
          <p:nvPr/>
        </p:nvCxnSpPr>
        <p:spPr>
          <a:xfrm>
            <a:off x="3914775" y="2095500"/>
            <a:ext cx="257175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238750" y="2314575"/>
            <a:ext cx="5334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Organizes</a:t>
            </a:r>
          </a:p>
        </p:txBody>
      </p:sp>
      <p:cxnSp>
        <p:nvCxnSpPr>
          <p:cNvPr id="18" name="Connector 17"/>
          <p:cNvCxnSpPr>
            <a:stCxn id="4" idx="2"/>
            <a:endCxn id="7" idx="0"/>
          </p:cNvCxnSpPr>
          <p:nvPr/>
        </p:nvCxnSpPr>
        <p:spPr>
          <a:xfrm>
            <a:off x="1343025" y="3181350"/>
            <a:ext cx="0" cy="552450"/>
          </a:xfrm>
          <a:prstGeom prst="bentConnector3">
            <a:avLst/>
          </a:prstGeom>
          <a:ln w="12700">
            <a:solidFill>
              <a:srgbClr val="444444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stCxn id="5" idx="2"/>
            <a:endCxn id="8" idx="0"/>
          </p:cNvCxnSpPr>
          <p:nvPr/>
        </p:nvCxnSpPr>
        <p:spPr>
          <a:xfrm>
            <a:off x="3914775" y="3181350"/>
            <a:ext cx="0" cy="552450"/>
          </a:xfrm>
          <a:prstGeom prst="bentConnector3">
            <a:avLst/>
          </a:prstGeom>
          <a:ln w="12700">
            <a:solidFill>
              <a:srgbClr val="444444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stCxn id="6" idx="2"/>
            <a:endCxn id="9" idx="0"/>
          </p:cNvCxnSpPr>
          <p:nvPr/>
        </p:nvCxnSpPr>
        <p:spPr>
          <a:xfrm>
            <a:off x="6486525" y="3181350"/>
            <a:ext cx="0" cy="552450"/>
          </a:xfrm>
          <a:prstGeom prst="bentConnector3">
            <a:avLst/>
          </a:prstGeom>
          <a:ln w="12700">
            <a:solidFill>
              <a:srgbClr val="444444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