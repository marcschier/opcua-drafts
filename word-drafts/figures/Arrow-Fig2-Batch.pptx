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438650" cy="3581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76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Late-joiner decoder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52525" y="857250"/>
            <a:ext cx="0" cy="2476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3812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Publisher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86125" y="857250"/>
            <a:ext cx="0" cy="2476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52525" y="1047750"/>
            <a:ext cx="66675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52525" y="876300"/>
            <a:ext cx="1143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receive payload reference</a:t>
            </a:r>
          </a:p>
          <a:p>
            <a:pPr algn="ctr"/>
            <a:r>
              <a:rPr sz="800">
                <a:solidFill>
                  <a:srgbClr val="111111"/>
                </a:solidFill>
              </a:rPr>
              <a:t>unknown SchemaId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525" y="1428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52525" y="1257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ArrowSchemaRequest{SchemaIds:[SchemaId]}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152525" y="1809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52525" y="1638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IPC Schema message or ArrowSchemaAnnouncement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52525" y="2190750"/>
            <a:ext cx="66675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52525" y="2019300"/>
            <a:ext cx="1143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verify SHA-256(Schema) == SchemaId</a:t>
            </a:r>
          </a:p>
          <a:p>
            <a:pPr algn="ctr"/>
            <a:r>
              <a:rPr sz="800">
                <a:solidFill>
                  <a:srgbClr val="111111"/>
                </a:solidFill>
              </a:rPr>
              <a:t>cache[SchemaId] = Schema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152525" y="2571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52525" y="2400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RecordBatch rows for SchemaId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52525" y="2952750"/>
            <a:ext cx="66675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52525" y="2781300"/>
            <a:ext cx="1143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decode with cached Schema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