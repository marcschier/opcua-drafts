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4438650" cy="2819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47650" y="247650"/>
            <a:ext cx="1809750" cy="419100"/>
          </a:xfrm>
          <a:prstGeom prst="round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11111"/>
                </a:solidFill>
              </a:rPr>
              <a:t>Publisher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52525" y="857250"/>
            <a:ext cx="0" cy="171450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2381250" y="247650"/>
            <a:ext cx="1809750" cy="419100"/>
          </a:xfrm>
          <a:prstGeom prst="round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11111"/>
                </a:solidFill>
              </a:rPr>
              <a:t>Subscriber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286125" y="857250"/>
            <a:ext cx="0" cy="171450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52525" y="1047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52525" y="876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Discovery AvroSchemaAnnouncement(SchemaId, SchemaJson, SchemaEpoch)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86125" y="1428750"/>
            <a:ext cx="66675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286125" y="12573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Verify CRC-64-AVRO SchemaId and cache parsed schema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52525" y="1809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152525" y="1638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Data NetworkMessage(SchemaId, Avro binary payload)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86125" y="2190750"/>
            <a:ext cx="66675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286125" y="20193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Select schema from cache and decode payload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/>
  <cp:revision>1</cp:revision>
  <dcterms:created xsi:type="dcterms:W3CDTF">2026-01-01T00:00:00Z</dcterms:created>
  <dcterms:modified xsi:type="dcterms:W3CDTF">2026-01-01T00:00:00Z</dcterms:modified>
  <cp:category/>
</cp:coreProperties>
</file>