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438650" cy="2819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Publisher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1714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Subscriber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1714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Discovery AvroSchemaAnnouncement(SchemaId, SchemaJson, SchemaEpoch)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86125" y="1428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86125" y="1257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Verify CRC-64-AVRO SchemaId and cache parsed schema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52525" y="1809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52525" y="1638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Data NetworkMessage(SchemaId, Avro binary payload)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86125" y="2190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86125" y="2019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Select schema from cache and decode payload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