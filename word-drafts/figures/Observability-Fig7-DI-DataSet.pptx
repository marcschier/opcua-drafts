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829550" cy="56007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819400" y="476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ExampleDeviceNameplate : IVendorNameplateType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533525" y="1562100"/>
            <a:ext cx="2190750" cy="5334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[IObservableType]</a:t>
            </a:r>
          </a:p>
        </p:txBody>
      </p:sp>
      <p:sp>
        <p:nvSpPr>
          <p:cNvPr id="4" name="Rectangle 3"/>
          <p:cNvSpPr/>
          <p:nvPr/>
        </p:nvSpPr>
        <p:spPr>
          <a:xfrm>
            <a:off x="4105275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DI : ObservabilityBindingGroupType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3525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Observability : ObservabilityFolderType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05275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Metrics : ObservabilityBindingType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Metrics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24765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Manufacturer : BoundVariableType</a:t>
            </a:r>
          </a:p>
        </p:txBody>
      </p:sp>
      <p:sp>
        <p:nvSpPr>
          <p:cNvPr id="8" name="Rectangle 7"/>
          <p:cNvSpPr/>
          <p:nvPr/>
        </p:nvSpPr>
        <p:spPr>
          <a:xfrm>
            <a:off x="24765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Manufacturer</a:t>
            </a:r>
          </a:p>
        </p:txBody>
      </p:sp>
      <p:sp>
        <p:nvSpPr>
          <p:cNvPr id="9" name="Rectangle 8"/>
          <p:cNvSpPr/>
          <p:nvPr/>
        </p:nvSpPr>
        <p:spPr>
          <a:xfrm>
            <a:off x="281940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Model : BoundVariableType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1940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9115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SerialNumber : BoundVariableType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9115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SerialNumber</a:t>
            </a:r>
          </a:p>
        </p:txBody>
      </p:sp>
      <p:cxnSp>
        <p:nvCxnSpPr>
          <p:cNvPr id="13" name="Connector 12"/>
          <p:cNvCxnSpPr>
            <a:stCxn id="2" idx="2"/>
            <a:endCxn id="3" idx="0"/>
          </p:cNvCxnSpPr>
          <p:nvPr/>
        </p:nvCxnSpPr>
        <p:spPr>
          <a:xfrm flipH="1">
            <a:off x="2628900" y="100965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309937" y="1228725"/>
            <a:ext cx="6381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HasInterface</a:t>
            </a:r>
          </a:p>
        </p:txBody>
      </p:sp>
      <p:cxnSp>
        <p:nvCxnSpPr>
          <p:cNvPr id="15" name="Connector 14"/>
          <p:cNvCxnSpPr>
            <a:stCxn id="2" idx="2"/>
            <a:endCxn id="4" idx="0"/>
          </p:cNvCxnSpPr>
          <p:nvPr/>
        </p:nvCxnSpPr>
        <p:spPr>
          <a:xfrm>
            <a:off x="3914775" y="100965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95812" y="1228725"/>
            <a:ext cx="762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17" name="Connector 16"/>
          <p:cNvCxnSpPr>
            <a:stCxn id="4" idx="2"/>
            <a:endCxn id="5" idx="0"/>
          </p:cNvCxnSpPr>
          <p:nvPr/>
        </p:nvCxnSpPr>
        <p:spPr>
          <a:xfrm flipH="1">
            <a:off x="2628900" y="209550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952875" y="2314575"/>
            <a:ext cx="6096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CollectedBy</a:t>
            </a:r>
          </a:p>
        </p:txBody>
      </p:sp>
      <p:cxnSp>
        <p:nvCxnSpPr>
          <p:cNvPr id="19" name="Connector 18"/>
          <p:cNvCxnSpPr>
            <a:stCxn id="4" idx="2"/>
            <a:endCxn id="6" idx="0"/>
          </p:cNvCxnSpPr>
          <p:nvPr/>
        </p:nvCxnSpPr>
        <p:spPr>
          <a:xfrm>
            <a:off x="5200650" y="209550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238750" y="2314575"/>
            <a:ext cx="762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21" name="Connector 20"/>
          <p:cNvCxnSpPr>
            <a:stCxn id="6" idx="2"/>
            <a:endCxn id="7" idx="0"/>
          </p:cNvCxnSpPr>
          <p:nvPr/>
        </p:nvCxnSpPr>
        <p:spPr>
          <a:xfrm flipH="1">
            <a:off x="1343025" y="3181350"/>
            <a:ext cx="385762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309937" y="3400425"/>
            <a:ext cx="762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23" name="Connector 22"/>
          <p:cNvCxnSpPr>
            <a:stCxn id="7" idx="2"/>
            <a:endCxn id="8" idx="0"/>
          </p:cNvCxnSpPr>
          <p:nvPr/>
        </p:nvCxnSpPr>
        <p:spPr>
          <a:xfrm>
            <a:off x="1343025" y="426720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381125" y="4486275"/>
            <a:ext cx="6667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BindsToNode</a:t>
            </a:r>
          </a:p>
        </p:txBody>
      </p:sp>
      <p:cxnSp>
        <p:nvCxnSpPr>
          <p:cNvPr id="25" name="Connector 24"/>
          <p:cNvCxnSpPr>
            <a:stCxn id="6" idx="2"/>
            <a:endCxn id="9" idx="0"/>
          </p:cNvCxnSpPr>
          <p:nvPr/>
        </p:nvCxnSpPr>
        <p:spPr>
          <a:xfrm flipH="1">
            <a:off x="3914775" y="318135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595812" y="3400425"/>
            <a:ext cx="762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27" name="Connector 26"/>
          <p:cNvCxnSpPr>
            <a:stCxn id="9" idx="2"/>
            <a:endCxn id="10" idx="0"/>
          </p:cNvCxnSpPr>
          <p:nvPr/>
        </p:nvCxnSpPr>
        <p:spPr>
          <a:xfrm>
            <a:off x="3914775" y="426720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952875" y="4486275"/>
            <a:ext cx="6667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BindsToNode</a:t>
            </a:r>
          </a:p>
        </p:txBody>
      </p:sp>
      <p:cxnSp>
        <p:nvCxnSpPr>
          <p:cNvPr id="29" name="Connector 28"/>
          <p:cNvCxnSpPr>
            <a:stCxn id="6" idx="2"/>
            <a:endCxn id="11" idx="0"/>
          </p:cNvCxnSpPr>
          <p:nvPr/>
        </p:nvCxnSpPr>
        <p:spPr>
          <a:xfrm>
            <a:off x="5200650" y="318135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881687" y="3400425"/>
            <a:ext cx="762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HasComponent</a:t>
            </a:r>
          </a:p>
        </p:txBody>
      </p:sp>
      <p:cxnSp>
        <p:nvCxnSpPr>
          <p:cNvPr id="31" name="Connector 30"/>
          <p:cNvCxnSpPr>
            <a:stCxn id="11" idx="2"/>
            <a:endCxn id="12" idx="0"/>
          </p:cNvCxnSpPr>
          <p:nvPr/>
        </p:nvCxnSpPr>
        <p:spPr>
          <a:xfrm>
            <a:off x="6486525" y="426720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524625" y="4486275"/>
            <a:ext cx="6667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BindsToNode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