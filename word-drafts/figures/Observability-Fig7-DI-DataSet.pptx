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ExampleDeviceNameplate : IVendorNameplateType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33525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[IObservableType]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 : ObservabilityBindingGroupType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35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: ObservabilityFolderType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Manufacturer : BoundVariableType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Manufacturer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 : BoundVariableType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SerialNumber : BoundVariableType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SerialNumber</a:t>
            </a:r>
          </a:p>
        </p:txBody>
      </p:sp>
      <p:cxnSp>
        <p:nvCxnSpPr>
          <p:cNvPr id="13" name="Connector 12"/>
          <p:cNvCxnSpPr>
            <a:stCxn id="2" idx="2"/>
            <a:endCxn id="3" idx="0"/>
          </p:cNvCxnSpPr>
          <p:nvPr/>
        </p:nvCxnSpPr>
        <p:spPr>
          <a:xfrm flipH="1">
            <a:off x="26289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09937" y="12287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HasInterface</a:t>
            </a:r>
          </a:p>
        </p:txBody>
      </p:sp>
      <p:cxnSp>
        <p:nvCxnSpPr>
          <p:cNvPr id="15" name="Connector 14"/>
          <p:cNvCxnSpPr>
            <a:stCxn id="2" idx="2"/>
            <a:endCxn id="4" idx="0"/>
          </p:cNvCxnSpPr>
          <p:nvPr/>
        </p:nvCxnSpPr>
        <p:spPr>
          <a:xfrm>
            <a:off x="391477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95812" y="12287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7" name="Connector 16"/>
          <p:cNvCxnSpPr>
            <a:stCxn id="4" idx="2"/>
            <a:endCxn id="5" idx="0"/>
          </p:cNvCxnSpPr>
          <p:nvPr/>
        </p:nvCxnSpPr>
        <p:spPr>
          <a:xfrm flipH="1">
            <a:off x="2628900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2875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19" name="Connector 18"/>
          <p:cNvCxnSpPr>
            <a:stCxn id="4" idx="2"/>
            <a:endCxn id="6" idx="0"/>
          </p:cNvCxnSpPr>
          <p:nvPr/>
        </p:nvCxnSpPr>
        <p:spPr>
          <a:xfrm>
            <a:off x="520065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387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1" name="Connector 20"/>
          <p:cNvCxnSpPr>
            <a:stCxn id="6" idx="2"/>
            <a:endCxn id="7" idx="0"/>
          </p:cNvCxnSpPr>
          <p:nvPr/>
        </p:nvCxnSpPr>
        <p:spPr>
          <a:xfrm flipH="1">
            <a:off x="1343025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09937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3" name="Connector 22"/>
          <p:cNvCxnSpPr>
            <a:stCxn id="7" idx="2"/>
            <a:endCxn id="8" idx="0"/>
          </p:cNvCxnSpPr>
          <p:nvPr/>
        </p:nvCxnSpPr>
        <p:spPr>
          <a:xfrm>
            <a:off x="13430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81125" y="4486275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25" name="Connector 24"/>
          <p:cNvCxnSpPr>
            <a:stCxn id="6" idx="2"/>
            <a:endCxn id="9" idx="0"/>
          </p:cNvCxnSpPr>
          <p:nvPr/>
        </p:nvCxnSpPr>
        <p:spPr>
          <a:xfrm flipH="1">
            <a:off x="391477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95812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7" name="Connector 26"/>
          <p:cNvCxnSpPr>
            <a:stCxn id="9" idx="2"/>
            <a:endCxn id="10" idx="0"/>
          </p:cNvCxnSpPr>
          <p:nvPr/>
        </p:nvCxnSpPr>
        <p:spPr>
          <a:xfrm>
            <a:off x="391477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52875" y="4486275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29" name="Connector 28"/>
          <p:cNvCxnSpPr>
            <a:stCxn id="6" idx="2"/>
            <a:endCxn id="11" idx="0"/>
          </p:cNvCxnSpPr>
          <p:nvPr/>
        </p:nvCxnSpPr>
        <p:spPr>
          <a:xfrm>
            <a:off x="520065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81687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1" name="Connector 30"/>
          <p:cNvCxnSpPr>
            <a:stCxn id="11" idx="2"/>
            <a:endCxn id="12" idx="0"/>
          </p:cNvCxnSpPr>
          <p:nvPr/>
        </p:nvCxnSpPr>
        <p:spPr>
          <a:xfrm>
            <a:off x="64865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24625" y="4486275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