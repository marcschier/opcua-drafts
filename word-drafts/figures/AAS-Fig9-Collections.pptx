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973050" cy="3429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911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i="1">
                <a:solidFill>
                  <a:srgbClr val="111111"/>
                </a:solidFill>
                <a:latin typeface="Arial"/>
              </a:rPr>
              <a:t>AASSubmodelElementType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28194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AASSubmodelElementListType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115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AASSubmodelElementCollectionType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&lt;Element&gt;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&lt;SubmodelElement&gt;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TypeValueListElement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SemanticIdListElement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34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ValueTypeListElement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29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Index</a:t>
            </a:r>
          </a:p>
        </p:txBody>
      </p:sp>
      <p:cxnSp>
        <p:nvCxnSpPr>
          <p:cNvPr id="11" name="Connector 10"/>
          <p:cNvCxnSpPr>
            <a:stCxn id="2" idx="2"/>
            <a:endCxn id="3" idx="0"/>
          </p:cNvCxnSpPr>
          <p:nvPr/>
        </p:nvCxnSpPr>
        <p:spPr>
          <a:xfrm flipH="1">
            <a:off x="3914775" y="100965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238750" y="12287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13" name="Connector 12"/>
          <p:cNvCxnSpPr>
            <a:stCxn id="2" idx="2"/>
            <a:endCxn id="4" idx="0"/>
          </p:cNvCxnSpPr>
          <p:nvPr/>
        </p:nvCxnSpPr>
        <p:spPr>
          <a:xfrm>
            <a:off x="6486525" y="1009650"/>
            <a:ext cx="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24625" y="12287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15" name="Connector 14"/>
          <p:cNvCxnSpPr>
            <a:stCxn id="2" idx="2"/>
            <a:endCxn id="10" idx="0"/>
          </p:cNvCxnSpPr>
          <p:nvPr/>
        </p:nvCxnSpPr>
        <p:spPr>
          <a:xfrm>
            <a:off x="6486525" y="100965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10500" y="122872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17" name="Connector 16"/>
          <p:cNvCxnSpPr>
            <a:stCxn id="3" idx="2"/>
            <a:endCxn id="5" idx="0"/>
          </p:cNvCxnSpPr>
          <p:nvPr/>
        </p:nvCxnSpPr>
        <p:spPr>
          <a:xfrm flipH="1">
            <a:off x="134302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667000" y="23145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9" name="Connector 18"/>
          <p:cNvCxnSpPr>
            <a:stCxn id="4" idx="2"/>
            <a:endCxn id="6" idx="0"/>
          </p:cNvCxnSpPr>
          <p:nvPr/>
        </p:nvCxnSpPr>
        <p:spPr>
          <a:xfrm flipH="1">
            <a:off x="391477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38750" y="23145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21" name="Connector 20"/>
          <p:cNvCxnSpPr>
            <a:stCxn id="5" idx="2"/>
            <a:endCxn id="2" idx="0"/>
          </p:cNvCxnSpPr>
          <p:nvPr/>
        </p:nvCxnSpPr>
        <p:spPr>
          <a:xfrm flipV="1">
            <a:off x="1343025" y="476250"/>
            <a:ext cx="5143500" cy="2705100"/>
          </a:xfrm>
          <a:prstGeom prst="bentConnector3">
            <a:avLst/>
          </a:prstGeom>
          <a:ln w="12700">
            <a:solidFill>
              <a:srgbClr val="44444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6" idx="2"/>
            <a:endCxn id="2" idx="0"/>
          </p:cNvCxnSpPr>
          <p:nvPr/>
        </p:nvCxnSpPr>
        <p:spPr>
          <a:xfrm flipV="1">
            <a:off x="3914775" y="476250"/>
            <a:ext cx="2571750" cy="2705100"/>
          </a:xfrm>
          <a:prstGeom prst="bentConnector3">
            <a:avLst/>
          </a:prstGeom>
          <a:ln w="12700">
            <a:solidFill>
              <a:srgbClr val="44444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3" idx="2"/>
            <a:endCxn id="7" idx="0"/>
          </p:cNvCxnSpPr>
          <p:nvPr/>
        </p:nvCxnSpPr>
        <p:spPr>
          <a:xfrm>
            <a:off x="391477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38750" y="2457450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5" name="Connector 24"/>
          <p:cNvCxnSpPr>
            <a:stCxn id="3" idx="2"/>
            <a:endCxn id="8" idx="0"/>
          </p:cNvCxnSpPr>
          <p:nvPr/>
        </p:nvCxnSpPr>
        <p:spPr>
          <a:xfrm>
            <a:off x="3914775" y="2095500"/>
            <a:ext cx="514350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24625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7" name="Connector 26"/>
          <p:cNvCxnSpPr>
            <a:stCxn id="3" idx="2"/>
            <a:endCxn id="9" idx="0"/>
          </p:cNvCxnSpPr>
          <p:nvPr/>
        </p:nvCxnSpPr>
        <p:spPr>
          <a:xfrm>
            <a:off x="3914775" y="2095500"/>
            <a:ext cx="77152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810500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