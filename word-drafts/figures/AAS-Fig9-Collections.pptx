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AASSubmodelElementType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AASSubmodelElementListType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AASSubmodelElementCollectionType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&lt;Element&gt;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&lt;SubmodelElement&gt;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TypeValueListElement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SemanticIdListElement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ValueTypeListElement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Index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 flipH="1">
            <a:off x="3914775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38750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2" idx="2"/>
            <a:endCxn id="4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2462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2" idx="2"/>
            <a:endCxn id="10" idx="0"/>
          </p:cNvCxnSpPr>
          <p:nvPr/>
        </p:nvCxnSpPr>
        <p:spPr>
          <a:xfrm>
            <a:off x="6486525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0500" y="12287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67000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9" name="Connector 18"/>
          <p:cNvCxnSpPr>
            <a:stCxn id="4" idx="2"/>
            <a:endCxn id="6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38750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1" name="Connector 20"/>
          <p:cNvCxnSpPr>
            <a:stCxn id="5" idx="2"/>
            <a:endCxn id="2" idx="0"/>
          </p:cNvCxnSpPr>
          <p:nvPr/>
        </p:nvCxnSpPr>
        <p:spPr>
          <a:xfrm flipV="1">
            <a:off x="1343025" y="476250"/>
            <a:ext cx="5143500" cy="270510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6" idx="2"/>
            <a:endCxn id="2" idx="0"/>
          </p:cNvCxnSpPr>
          <p:nvPr/>
        </p:nvCxnSpPr>
        <p:spPr>
          <a:xfrm flipV="1">
            <a:off x="3914775" y="476250"/>
            <a:ext cx="2571750" cy="270510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3" idx="2"/>
            <a:endCxn id="7" idx="0"/>
          </p:cNvCxnSpPr>
          <p:nvPr/>
        </p:nvCxnSpPr>
        <p:spPr>
          <a:xfrm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38750" y="2457450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3" idx="2"/>
            <a:endCxn id="8" idx="0"/>
          </p:cNvCxnSpPr>
          <p:nvPr/>
        </p:nvCxnSpPr>
        <p:spPr>
          <a:xfrm>
            <a:off x="391477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2462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7" name="Connector 26"/>
          <p:cNvCxnSpPr>
            <a:stCxn id="3" idx="2"/>
            <a:endCxn id="9" idx="0"/>
          </p:cNvCxnSpPr>
          <p:nvPr/>
        </p:nvCxnSpPr>
        <p:spPr>
          <a:xfrm>
            <a:off x="3914775" y="2095500"/>
            <a:ext cx="77152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050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