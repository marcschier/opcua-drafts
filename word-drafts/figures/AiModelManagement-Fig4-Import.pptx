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257800" cy="56007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533525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ModelRegistryType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publisher / name / version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53352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ModelImportJobType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247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ModelType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artefact stays at source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819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fetch + verify Digest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1533525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ModelType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artefact local</a:t>
            </a:r>
          </a:p>
        </p:txBody>
      </p:sp>
      <p:sp>
        <p:nvSpPr>
          <p:cNvPr id="7" name="Rectangle 6"/>
          <p:cNvSpPr/>
          <p:nvPr/>
        </p:nvSpPr>
        <p:spPr>
          <a:xfrm>
            <a:off x="1533525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DeploymentType</a:t>
            </a:r>
          </a:p>
        </p:txBody>
      </p:sp>
      <p:cxnSp>
        <p:nvCxnSpPr>
          <p:cNvPr id="8" name="Connector 7"/>
          <p:cNvCxnSpPr>
            <a:stCxn id="2" idx="2"/>
            <a:endCxn id="3" idx="0"/>
          </p:cNvCxnSpPr>
          <p:nvPr/>
        </p:nvCxnSpPr>
        <p:spPr>
          <a:xfrm>
            <a:off x="2628900" y="10096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667000" y="1228725"/>
            <a:ext cx="3524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Registry</a:t>
            </a:r>
          </a:p>
        </p:txBody>
      </p:sp>
      <p:cxnSp>
        <p:nvCxnSpPr>
          <p:cNvPr id="10" name="Connector 9"/>
          <p:cNvCxnSpPr>
            <a:stCxn id="3" idx="2"/>
            <a:endCxn id="4" idx="0"/>
          </p:cNvCxnSpPr>
          <p:nvPr/>
        </p:nvCxnSpPr>
        <p:spPr>
          <a:xfrm flipH="1">
            <a:off x="1343025" y="209550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024062" y="2314575"/>
            <a:ext cx="3714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Federate</a:t>
            </a:r>
          </a:p>
        </p:txBody>
      </p:sp>
      <p:cxnSp>
        <p:nvCxnSpPr>
          <p:cNvPr id="12" name="Connector 11"/>
          <p:cNvCxnSpPr>
            <a:stCxn id="3" idx="2"/>
            <a:endCxn id="5" idx="0"/>
          </p:cNvCxnSpPr>
          <p:nvPr/>
        </p:nvCxnSpPr>
        <p:spPr>
          <a:xfrm>
            <a:off x="2628900" y="209550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09937" y="2314575"/>
            <a:ext cx="2667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Stage</a:t>
            </a:r>
          </a:p>
        </p:txBody>
      </p:sp>
      <p:cxnSp>
        <p:nvCxnSpPr>
          <p:cNvPr id="14" name="Connector 13"/>
          <p:cNvCxnSpPr>
            <a:stCxn id="5" idx="2"/>
            <a:endCxn id="6" idx="0"/>
          </p:cNvCxnSpPr>
          <p:nvPr/>
        </p:nvCxnSpPr>
        <p:spPr>
          <a:xfrm flipH="1">
            <a:off x="2628900" y="31813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stCxn id="4" idx="2"/>
            <a:endCxn id="7" idx="0"/>
          </p:cNvCxnSpPr>
          <p:nvPr/>
        </p:nvCxnSpPr>
        <p:spPr>
          <a:xfrm>
            <a:off x="1343025" y="3181350"/>
            <a:ext cx="1285875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stCxn id="6" idx="2"/>
            <a:endCxn id="7" idx="0"/>
          </p:cNvCxnSpPr>
          <p:nvPr/>
        </p:nvCxnSpPr>
        <p:spPr>
          <a:xfrm>
            <a:off x="2628900" y="426720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