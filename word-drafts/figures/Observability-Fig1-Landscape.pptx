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" y="76200"/>
            <a:ext cx="7677150" cy="110490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000" b="1">
                <a:solidFill>
                  <a:srgbClr val="111111"/>
                </a:solidFill>
              </a:rPr>
              <a:t>OPC UA Servers with Observability Export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Pumps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Robotics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Generic bridge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discovers Server/Observability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Subscriptions/Reads or PubSub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OTEL Collector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Metrics backend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Prometheus · Grafana · Fabric RTI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Logs backend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Loki · Splunk · Elastic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Traces backend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Jaeger · Tempo · Zipkin</a:t>
            </a:r>
          </a:p>
        </p:txBody>
      </p:sp>
      <p:cxnSp>
        <p:nvCxnSpPr>
          <p:cNvPr id="11" name="Connector 10"/>
          <p:cNvCxnSpPr>
            <a:stCxn id="3" idx="2"/>
            <a:endCxn id="6" idx="0"/>
          </p:cNvCxnSpPr>
          <p:nvPr/>
        </p:nvCxnSpPr>
        <p:spPr>
          <a:xfrm>
            <a:off x="1343025" y="10096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4" idx="2"/>
            <a:endCxn id="6" idx="0"/>
          </p:cNvCxnSpPr>
          <p:nvPr/>
        </p:nvCxnSpPr>
        <p:spPr>
          <a:xfrm>
            <a:off x="39147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5" idx="2"/>
            <a:endCxn id="6" idx="0"/>
          </p:cNvCxnSpPr>
          <p:nvPr/>
        </p:nvCxnSpPr>
        <p:spPr>
          <a:xfrm flipH="1">
            <a:off x="3914775" y="10096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6" idx="2"/>
            <a:endCxn id="7" idx="0"/>
          </p:cNvCxnSpPr>
          <p:nvPr/>
        </p:nvCxnSpPr>
        <p:spPr>
          <a:xfrm>
            <a:off x="39147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7" idx="2"/>
            <a:endCxn id="8" idx="0"/>
          </p:cNvCxnSpPr>
          <p:nvPr/>
        </p:nvCxnSpPr>
        <p:spPr>
          <a:xfrm flipH="1">
            <a:off x="13430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6" idx="2"/>
            <a:endCxn id="7" idx="0"/>
          </p:cNvCxnSpPr>
          <p:nvPr/>
        </p:nvCxnSpPr>
        <p:spPr>
          <a:xfrm>
            <a:off x="39147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7" idx="2"/>
            <a:endCxn id="9" idx="0"/>
          </p:cNvCxnSpPr>
          <p:nvPr/>
        </p:nvCxnSpPr>
        <p:spPr>
          <a:xfrm>
            <a:off x="391477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6" idx="2"/>
            <a:endCxn id="7" idx="0"/>
          </p:cNvCxnSpPr>
          <p:nvPr/>
        </p:nvCxnSpPr>
        <p:spPr>
          <a:xfrm>
            <a:off x="39147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7" idx="2"/>
            <a:endCxn id="10" idx="0"/>
          </p:cNvCxnSpPr>
          <p:nvPr/>
        </p:nvCxnSpPr>
        <p:spPr>
          <a:xfrm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