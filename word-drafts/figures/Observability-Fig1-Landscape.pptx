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172450" cy="46863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7677150" cy="110490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Servers with Observability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910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9085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Robotics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562600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9085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Generic bridge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discovers Server/Observability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Subscriptions/Reads or PubSub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0850" y="28194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OTEL Collector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910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Prometheus · Grafana · Fabric RTI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085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Loki · Splunk · Elastic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6260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 backend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Jaeger · Tempo · Zipkin</a:t>
            </a:r>
          </a:p>
        </p:txBody>
      </p:sp>
      <p:cxnSp>
        <p:nvCxnSpPr>
          <p:cNvPr id="11" name="Connector 10"/>
          <p:cNvCxnSpPr>
            <a:stCxn id="3" idx="2"/>
            <a:endCxn id="6" idx="0"/>
          </p:cNvCxnSpPr>
          <p:nvPr/>
        </p:nvCxnSpPr>
        <p:spPr>
          <a:xfrm>
            <a:off x="1514475" y="11811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6" idx="0"/>
          </p:cNvCxnSpPr>
          <p:nvPr/>
        </p:nvCxnSpPr>
        <p:spPr>
          <a:xfrm>
            <a:off x="4086225" y="11811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2"/>
            <a:endCxn id="6" idx="0"/>
          </p:cNvCxnSpPr>
          <p:nvPr/>
        </p:nvCxnSpPr>
        <p:spPr>
          <a:xfrm flipH="1">
            <a:off x="4086225" y="11811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24325" y="2486025"/>
            <a:ext cx="6572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metrics</a:t>
            </a:r>
          </a:p>
        </p:txBody>
      </p:sp>
      <p:cxnSp>
        <p:nvCxnSpPr>
          <p:cNvPr id="16" name="Connector 15"/>
          <p:cNvCxnSpPr>
            <a:stCxn id="7" idx="2"/>
            <a:endCxn id="8" idx="0"/>
          </p:cNvCxnSpPr>
          <p:nvPr/>
        </p:nvCxnSpPr>
        <p:spPr>
          <a:xfrm flipH="1">
            <a:off x="1514475" y="33528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24325" y="2628900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logs</a:t>
            </a:r>
          </a:p>
        </p:txBody>
      </p:sp>
      <p:cxnSp>
        <p:nvCxnSpPr>
          <p:cNvPr id="19" name="Connector 18"/>
          <p:cNvCxnSpPr>
            <a:stCxn id="7" idx="2"/>
            <a:endCxn id="9" idx="0"/>
          </p:cNvCxnSpPr>
          <p:nvPr/>
        </p:nvCxnSpPr>
        <p:spPr>
          <a:xfrm>
            <a:off x="4086225" y="33528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7" idx="0"/>
          </p:cNvCxnSpPr>
          <p:nvPr/>
        </p:nvCxnSpPr>
        <p:spPr>
          <a:xfrm>
            <a:off x="4086225" y="22669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24325" y="3486150"/>
            <a:ext cx="590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traces</a:t>
            </a:r>
          </a:p>
        </p:txBody>
      </p:sp>
      <p:cxnSp>
        <p:nvCxnSpPr>
          <p:cNvPr id="22" name="Connector 21"/>
          <p:cNvCxnSpPr>
            <a:stCxn id="7" idx="2"/>
            <a:endCxn id="10" idx="0"/>
          </p:cNvCxnSpPr>
          <p:nvPr/>
        </p:nvCxnSpPr>
        <p:spPr>
          <a:xfrm>
            <a:off x="4086225" y="33528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