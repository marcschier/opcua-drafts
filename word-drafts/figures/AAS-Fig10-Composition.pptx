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AASSubmodelElementType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AASEntityType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AASOperationType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92487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AASBasicEventElementType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&lt;Statement&gt;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&lt;Variable&gt;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EntityType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GlobalAssetId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SpecificAssetIds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06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InputVariables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335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OutputVariables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0527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InoutputVariables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70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Observed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4877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Direction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205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State</a:t>
            </a:r>
          </a:p>
        </p:txBody>
      </p:sp>
      <p:cxnSp>
        <p:nvCxnSpPr>
          <p:cNvPr id="17" name="Connector 16"/>
          <p:cNvCxnSpPr>
            <a:stCxn id="2" idx="2"/>
            <a:endCxn id="3" idx="0"/>
          </p:cNvCxnSpPr>
          <p:nvPr/>
        </p:nvCxnSpPr>
        <p:spPr>
          <a:xfrm flipH="1">
            <a:off x="5200650" y="100965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24625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9" name="Connector 18"/>
          <p:cNvCxnSpPr>
            <a:stCxn id="2" idx="2"/>
            <a:endCxn id="4" idx="0"/>
          </p:cNvCxnSpPr>
          <p:nvPr/>
        </p:nvCxnSpPr>
        <p:spPr>
          <a:xfrm>
            <a:off x="7772400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10500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1" name="Connector 20"/>
          <p:cNvCxnSpPr>
            <a:stCxn id="2" idx="2"/>
            <a:endCxn id="5" idx="0"/>
          </p:cNvCxnSpPr>
          <p:nvPr/>
        </p:nvCxnSpPr>
        <p:spPr>
          <a:xfrm>
            <a:off x="7772400" y="100965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096375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3" name="Connector 22"/>
          <p:cNvCxnSpPr>
            <a:stCxn id="3" idx="2"/>
            <a:endCxn id="6" idx="0"/>
          </p:cNvCxnSpPr>
          <p:nvPr/>
        </p:nvCxnSpPr>
        <p:spPr>
          <a:xfrm flipH="1">
            <a:off x="1343025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09937" y="231457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25" name="Connector 24"/>
          <p:cNvCxnSpPr>
            <a:stCxn id="4" idx="2"/>
            <a:endCxn id="7" idx="0"/>
          </p:cNvCxnSpPr>
          <p:nvPr/>
        </p:nvCxnSpPr>
        <p:spPr>
          <a:xfrm flipH="1">
            <a:off x="3914775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81687" y="231457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27" name="Connector 26"/>
          <p:cNvCxnSpPr>
            <a:stCxn id="3" idx="2"/>
            <a:endCxn id="8" idx="0"/>
          </p:cNvCxnSpPr>
          <p:nvPr/>
        </p:nvCxnSpPr>
        <p:spPr>
          <a:xfrm>
            <a:off x="520065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81687" y="2457450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9" name="Connector 28"/>
          <p:cNvCxnSpPr>
            <a:stCxn id="3" idx="2"/>
            <a:endCxn id="9" idx="0"/>
          </p:cNvCxnSpPr>
          <p:nvPr/>
        </p:nvCxnSpPr>
        <p:spPr>
          <a:xfrm>
            <a:off x="5200650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67562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1" name="Connector 30"/>
          <p:cNvCxnSpPr>
            <a:stCxn id="3" idx="2"/>
            <a:endCxn id="10" idx="0"/>
          </p:cNvCxnSpPr>
          <p:nvPr/>
        </p:nvCxnSpPr>
        <p:spPr>
          <a:xfrm>
            <a:off x="5200650" y="209550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453437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3" name="Connector 32"/>
          <p:cNvCxnSpPr>
            <a:stCxn id="4" idx="2"/>
            <a:endCxn id="11" idx="0"/>
          </p:cNvCxnSpPr>
          <p:nvPr/>
        </p:nvCxnSpPr>
        <p:spPr>
          <a:xfrm>
            <a:off x="7772400" y="209550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1025187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5" name="Connector 34"/>
          <p:cNvCxnSpPr>
            <a:stCxn id="4" idx="2"/>
            <a:endCxn id="12" idx="0"/>
          </p:cNvCxnSpPr>
          <p:nvPr/>
        </p:nvCxnSpPr>
        <p:spPr>
          <a:xfrm flipH="1">
            <a:off x="2628900" y="2095500"/>
            <a:ext cx="514350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238750" y="32861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7" name="Connector 36"/>
          <p:cNvCxnSpPr>
            <a:stCxn id="4" idx="2"/>
            <a:endCxn id="13" idx="0"/>
          </p:cNvCxnSpPr>
          <p:nvPr/>
        </p:nvCxnSpPr>
        <p:spPr>
          <a:xfrm flipH="1">
            <a:off x="5200650" y="2095500"/>
            <a:ext cx="257175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24625" y="32861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9" name="Connector 38"/>
          <p:cNvCxnSpPr>
            <a:stCxn id="5" idx="2"/>
            <a:endCxn id="14" idx="0"/>
          </p:cNvCxnSpPr>
          <p:nvPr/>
        </p:nvCxnSpPr>
        <p:spPr>
          <a:xfrm flipH="1">
            <a:off x="7772400" y="2095500"/>
            <a:ext cx="257175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096375" y="32861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41" name="Connector 40"/>
          <p:cNvCxnSpPr>
            <a:stCxn id="5" idx="2"/>
            <a:endCxn id="15" idx="0"/>
          </p:cNvCxnSpPr>
          <p:nvPr/>
        </p:nvCxnSpPr>
        <p:spPr>
          <a:xfrm>
            <a:off x="10344150" y="2095500"/>
            <a:ext cx="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382250" y="32861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43" name="Connector 42"/>
          <p:cNvCxnSpPr>
            <a:stCxn id="5" idx="2"/>
            <a:endCxn id="16" idx="0"/>
          </p:cNvCxnSpPr>
          <p:nvPr/>
        </p:nvCxnSpPr>
        <p:spPr>
          <a:xfrm>
            <a:off x="10344150" y="2095500"/>
            <a:ext cx="257175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1668125" y="32861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