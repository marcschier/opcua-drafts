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11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GroupType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9629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ResourceType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1533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AASSubmodelTemplateGroupType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AASConceptDictionaryGroupType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AASPackageStoreGroupType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AASConceptDescriptionFileType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205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AASPackageFileType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TemplateNamespace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DictionaryIdentifier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StoreIdentifier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ConceptIdentifier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PackageIdentifier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Digest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DigestAlg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ManifestDigest</a:t>
            </a:r>
          </a:p>
        </p:txBody>
      </p:sp>
      <p:cxnSp>
        <p:nvCxnSpPr>
          <p:cNvPr id="17" name="Connector 16"/>
          <p:cNvCxnSpPr>
            <a:stCxn id="2" idx="2"/>
            <a:endCxn id="4" idx="0"/>
          </p:cNvCxnSpPr>
          <p:nvPr/>
        </p:nvCxnSpPr>
        <p:spPr>
          <a:xfrm flipH="1">
            <a:off x="2628900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9581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2" idx="2"/>
            <a:endCxn id="5" idx="0"/>
          </p:cNvCxnSpPr>
          <p:nvPr/>
        </p:nvCxnSpPr>
        <p:spPr>
          <a:xfrm flipH="1">
            <a:off x="5200650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88168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2" idx="2"/>
            <a:endCxn id="6" idx="0"/>
          </p:cNvCxnSpPr>
          <p:nvPr/>
        </p:nvCxnSpPr>
        <p:spPr>
          <a:xfrm>
            <a:off x="648652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16756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3" name="Connector 22"/>
          <p:cNvCxnSpPr>
            <a:stCxn id="3" idx="2"/>
            <a:endCxn id="7" idx="0"/>
          </p:cNvCxnSpPr>
          <p:nvPr/>
        </p:nvCxnSpPr>
        <p:spPr>
          <a:xfrm>
            <a:off x="9058275" y="100965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739312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5" name="Connector 24"/>
          <p:cNvCxnSpPr>
            <a:stCxn id="3" idx="2"/>
            <a:endCxn id="8" idx="0"/>
          </p:cNvCxnSpPr>
          <p:nvPr/>
        </p:nvCxnSpPr>
        <p:spPr>
          <a:xfrm>
            <a:off x="9058275" y="100965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1025187" y="1228725"/>
            <a:ext cx="6096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7" name="Connector 26"/>
          <p:cNvCxnSpPr>
            <a:stCxn id="4" idx="2"/>
            <a:endCxn id="9" idx="0"/>
          </p:cNvCxnSpPr>
          <p:nvPr/>
        </p:nvCxnSpPr>
        <p:spPr>
          <a:xfrm flipH="1">
            <a:off x="1343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0240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5" idx="2"/>
            <a:endCxn id="10" idx="0"/>
          </p:cNvCxnSpPr>
          <p:nvPr/>
        </p:nvCxnSpPr>
        <p:spPr>
          <a:xfrm flipH="1">
            <a:off x="39147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59581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6" idx="2"/>
            <a:endCxn id="11" idx="0"/>
          </p:cNvCxnSpPr>
          <p:nvPr/>
        </p:nvCxnSpPr>
        <p:spPr>
          <a:xfrm flipH="1">
            <a:off x="64865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71675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7" idx="2"/>
            <a:endCxn id="12" idx="0"/>
          </p:cNvCxnSpPr>
          <p:nvPr/>
        </p:nvCxnSpPr>
        <p:spPr>
          <a:xfrm flipH="1">
            <a:off x="905827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73931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5" name="Connector 34"/>
          <p:cNvCxnSpPr>
            <a:stCxn id="8" idx="2"/>
            <a:endCxn id="13" idx="0"/>
          </p:cNvCxnSpPr>
          <p:nvPr/>
        </p:nvCxnSpPr>
        <p:spPr>
          <a:xfrm flipH="1">
            <a:off x="11630025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311062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7" name="Connector 36"/>
          <p:cNvCxnSpPr>
            <a:stCxn id="8" idx="2"/>
            <a:endCxn id="14" idx="0"/>
          </p:cNvCxnSpPr>
          <p:nvPr/>
        </p:nvCxnSpPr>
        <p:spPr>
          <a:xfrm>
            <a:off x="1291590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35969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9" name="Connector 38"/>
          <p:cNvCxnSpPr>
            <a:stCxn id="8" idx="2"/>
            <a:endCxn id="15" idx="0"/>
          </p:cNvCxnSpPr>
          <p:nvPr/>
        </p:nvCxnSpPr>
        <p:spPr>
          <a:xfrm flipH="1">
            <a:off x="6486525" y="2095500"/>
            <a:ext cx="642937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739312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1" name="Connector 40"/>
          <p:cNvCxnSpPr>
            <a:stCxn id="8" idx="2"/>
            <a:endCxn id="16" idx="0"/>
          </p:cNvCxnSpPr>
          <p:nvPr/>
        </p:nvCxnSpPr>
        <p:spPr>
          <a:xfrm flipH="1">
            <a:off x="9058275" y="2095500"/>
            <a:ext cx="3857625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025187" y="328612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