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BaseInterfaceType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IDataChannelSourceType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SupportedDeliveryModes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ContentType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527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BaseObjectType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DataChannelSourceType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Channels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Diagnostics</a:t>
            </a:r>
          </a:p>
        </p:txBody>
      </p:sp>
      <p:cxnSp>
        <p:nvCxnSpPr>
          <p:cNvPr id="11" name="Connector 10"/>
          <p:cNvCxnSpPr>
            <a:stCxn id="2" idx="2"/>
            <a:endCxn id="3" idx="0"/>
          </p:cNvCxnSpPr>
          <p:nvPr/>
        </p:nvCxnSpPr>
        <p:spPr>
          <a:xfrm flipH="1">
            <a:off x="1343025" y="1009650"/>
            <a:ext cx="12858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24062" y="1771650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3" name="Connector 12"/>
          <p:cNvCxnSpPr>
            <a:stCxn id="3" idx="2"/>
            <a:endCxn id="4" idx="0"/>
          </p:cNvCxnSpPr>
          <p:nvPr/>
        </p:nvCxnSpPr>
        <p:spPr>
          <a:xfrm>
            <a:off x="1343025" y="31813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81125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5" name="Connector 14"/>
          <p:cNvCxnSpPr>
            <a:stCxn id="3" idx="2"/>
            <a:endCxn id="5" idx="0"/>
          </p:cNvCxnSpPr>
          <p:nvPr/>
        </p:nvCxnSpPr>
        <p:spPr>
          <a:xfrm>
            <a:off x="1343025" y="31813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67000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7" name="Connector 16"/>
          <p:cNvCxnSpPr>
            <a:stCxn id="3" idx="2"/>
            <a:endCxn id="6" idx="0"/>
          </p:cNvCxnSpPr>
          <p:nvPr/>
        </p:nvCxnSpPr>
        <p:spPr>
          <a:xfrm>
            <a:off x="1343025" y="318135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52875" y="34004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9" name="Connector 18"/>
          <p:cNvCxnSpPr>
            <a:stCxn id="7" idx="2"/>
            <a:endCxn id="8" idx="0"/>
          </p:cNvCxnSpPr>
          <p:nvPr/>
        </p:nvCxnSpPr>
        <p:spPr>
          <a:xfrm flipH="1">
            <a:off x="391477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95812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1" name="Connector 20"/>
          <p:cNvCxnSpPr>
            <a:stCxn id="8" idx="2"/>
            <a:endCxn id="3" idx="0"/>
          </p:cNvCxnSpPr>
          <p:nvPr/>
        </p:nvCxnSpPr>
        <p:spPr>
          <a:xfrm flipH="1">
            <a:off x="134302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prstDash val="dash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67000" y="2314575"/>
            <a:ext cx="5048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HasInterface</a:t>
            </a:r>
          </a:p>
        </p:txBody>
      </p:sp>
      <p:cxnSp>
        <p:nvCxnSpPr>
          <p:cNvPr id="23" name="Connector 22"/>
          <p:cNvCxnSpPr>
            <a:stCxn id="8" idx="2"/>
            <a:endCxn id="9" idx="0"/>
          </p:cNvCxnSpPr>
          <p:nvPr/>
        </p:nvCxnSpPr>
        <p:spPr>
          <a:xfrm>
            <a:off x="391477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8" idx="2"/>
            <a:endCxn id="10" idx="0"/>
          </p:cNvCxnSpPr>
          <p:nvPr/>
        </p:nvCxnSpPr>
        <p:spPr>
          <a:xfrm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