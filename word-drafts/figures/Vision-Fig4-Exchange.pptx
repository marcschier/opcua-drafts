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581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Client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OPC UA Server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Call RunInference(Timestamp)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ResultId (Good)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Results/&lt;ResultId&gt;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InspectionResultType / DetectionResultType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5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result -&gt; ProducedBy -&gt; Deployment -&gt; UsesModel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ModelType (Version, Digest)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