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438650" cy="5105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Client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52525" y="857250"/>
            <a:ext cx="0" cy="4000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3812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OPC UA Server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86125" y="857250"/>
            <a:ext cx="0" cy="4000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52525" y="1047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52525" y="876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Call RunInference(Timestamp)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152525" y="1428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2525" y="1257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ResultId (Good)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52525" y="1809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52525" y="1638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Read Results/&lt;ResultId&gt;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152525" y="2190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52525" y="2019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InspectionResultType / DetectionResultType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52525" y="2571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52525" y="2400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Read result.ModelUsed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1152525" y="2952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52525" y="2781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ModelType NodeId that produced the result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52525" y="3333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52525" y="3162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Read ModelType (Version, Digest)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152525" y="3714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52525" y="3543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Historical model identity and integrity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52525" y="4095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152525" y="3924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Browse pipeline.Deployment -&gt; UsesModel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152525" y="4476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152525" y="4305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ModelType serving now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