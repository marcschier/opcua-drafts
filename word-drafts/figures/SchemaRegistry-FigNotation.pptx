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2343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Object, Variable or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50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527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ObjectType or VariableType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abstract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&lt;Placeholder&gt;</a:t>
            </a:r>
          </a:p>
        </p:txBody>
      </p:sp>
      <p:cxnSp>
        <p:nvCxnSpPr>
          <p:cNvPr id="7" name="Connector 6"/>
          <p:cNvCxnSpPr>
            <a:stCxn id="4" idx="2"/>
            <a:endCxn id="5" idx="0"/>
          </p:cNvCxnSpPr>
          <p:nvPr/>
        </p:nvCxnSpPr>
        <p:spPr>
          <a:xfrm flipH="1">
            <a:off x="391477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2" idx="2"/>
            <a:endCxn id="3" idx="0"/>
          </p:cNvCxnSpPr>
          <p:nvPr/>
        </p:nvCxnSpPr>
        <p:spPr>
          <a:xfrm flipH="1">
            <a:off x="13430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2" idx="2"/>
            <a:endCxn id="6" idx="0"/>
          </p:cNvCxnSpPr>
          <p:nvPr/>
        </p:nvCxnSpPr>
        <p:spPr>
          <a:xfrm>
            <a:off x="2628900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95812" y="122872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