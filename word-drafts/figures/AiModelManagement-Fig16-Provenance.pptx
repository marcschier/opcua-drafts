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 published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artefact bytes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catalogue resource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where it came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model it came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520065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2"/>
            <a:endCxn id="4" idx="0"/>
          </p:cNvCxnSpPr>
          <p:nvPr/>
        </p:nvCxnSpPr>
        <p:spPr>
          <a:xfrm>
            <a:off x="520065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38750" y="2314575"/>
            <a:ext cx="1343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ModelUsed</a:t>
            </a:r>
          </a:p>
          <a:p>
            <a:r>
              <a:t>&lt;b&gt;not&lt;/b&gt; UsesModel</a:t>
            </a:r>
          </a:p>
        </p:txBody>
      </p:sp>
      <p:cxnSp>
        <p:nvCxnSpPr>
          <p:cNvPr id="12" name="Connector 11"/>
          <p:cNvCxnSpPr>
            <a:stCxn id="4" idx="2"/>
            <a:endCxn id="5" idx="0"/>
          </p:cNvCxnSpPr>
          <p:nvPr/>
        </p:nvCxnSpPr>
        <p:spPr>
          <a:xfrm flipH="1">
            <a:off x="1343025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9937" y="3400425"/>
            <a:ext cx="952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Digest + DigestAlgorithm</a:t>
            </a:r>
          </a:p>
        </p:txBody>
      </p:sp>
      <p:cxnSp>
        <p:nvCxnSpPr>
          <p:cNvPr id="14" name="Connector 13"/>
          <p:cNvCxnSpPr>
            <a:stCxn id="4" idx="2"/>
            <a:endCxn id="6" idx="0"/>
          </p:cNvCxnSpPr>
          <p:nvPr/>
        </p:nvCxnSpPr>
        <p:spPr>
          <a:xfrm flipH="1">
            <a:off x="391477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95812" y="34004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ImportedFrom</a:t>
            </a:r>
          </a:p>
        </p:txBody>
      </p:sp>
      <p:cxnSp>
        <p:nvCxnSpPr>
          <p:cNvPr id="16" name="Connector 15"/>
          <p:cNvCxnSpPr>
            <a:stCxn id="4" idx="2"/>
            <a:endCxn id="7" idx="0"/>
          </p:cNvCxnSpPr>
          <p:nvPr/>
        </p:nvCxnSpPr>
        <p:spPr>
          <a:xfrm>
            <a:off x="520065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81687" y="3400425"/>
            <a:ext cx="5238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DerivedFrom</a:t>
            </a:r>
          </a:p>
        </p:txBody>
      </p:sp>
      <p:cxnSp>
        <p:nvCxnSpPr>
          <p:cNvPr id="18" name="Connector 17"/>
          <p:cNvCxnSpPr>
            <a:stCxn id="4" idx="2"/>
            <a:endCxn id="8" idx="0"/>
          </p:cNvCxnSpPr>
          <p:nvPr/>
        </p:nvCxnSpPr>
        <p:spPr>
          <a:xfrm>
            <a:off x="5200650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67562" y="340042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TrainedOn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