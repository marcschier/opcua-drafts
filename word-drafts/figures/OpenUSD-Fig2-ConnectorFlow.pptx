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434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Connector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3238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OPC UA Server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3238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USD stage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3238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Browse Server/OpenUSD/Representations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representation AddIns (Stage, PrimPath, bindings)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TranslateBrowsePaths / resolve 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CreateSubscription + CreateMonitoredItems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650" y="2428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loop runtime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152525" y="2952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52525" y="2781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DataChange(value, status, timestamps)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52525" y="3333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52525" y="3162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quality + conversion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52525" y="3714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52525" y="3543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set target attribute (coalesced per 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