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572250" cy="4343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47650" y="247650"/>
            <a:ext cx="1809750" cy="4191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11111"/>
                </a:solidFill>
              </a:rPr>
              <a:t>Connector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52525" y="857250"/>
            <a:ext cx="0" cy="323850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2381250" y="247650"/>
            <a:ext cx="1809750" cy="4191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11111"/>
                </a:solidFill>
              </a:rPr>
              <a:t>OPC UA Server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286125" y="857250"/>
            <a:ext cx="0" cy="323850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514850" y="247650"/>
            <a:ext cx="1809750" cy="4191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11111"/>
                </a:solidFill>
              </a:rPr>
              <a:t>USD stage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19725" y="857250"/>
            <a:ext cx="0" cy="323850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2525" y="1047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52525" y="876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Browse Server/OpenUSD/Representations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1152525" y="1428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152525" y="1257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representation AddIns (Stage, PrimPath, bindings)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52525" y="1809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52525" y="1638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TranslateBrowsePaths / resolve sources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152525" y="2190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152525" y="2019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CreateSubscription + CreateMonitoredItems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7650" y="2428875"/>
            <a:ext cx="6076950" cy="285750"/>
          </a:xfrm>
          <a:prstGeom prst="rect">
            <a:avLst/>
          </a:prstGeom>
          <a:solidFill>
            <a:srgbClr val="F7F7F7"/>
          </a:solidFill>
          <a:ln w="9525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i="1">
                <a:solidFill>
                  <a:srgbClr val="111111"/>
                </a:solidFill>
              </a:rPr>
              <a:t>loop runtime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1152525" y="2952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152525" y="2781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DataChange(value, status, timestamps)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52525" y="3333750"/>
            <a:ext cx="66675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152525" y="31623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quality + conversion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52525" y="3714750"/>
            <a:ext cx="42672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152525" y="3543300"/>
            <a:ext cx="42672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set target attribute (coalesced per frame)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