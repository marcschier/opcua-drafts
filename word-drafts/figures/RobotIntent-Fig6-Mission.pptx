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68605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Step 0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released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Step 1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released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Step 2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released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Step 3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horizon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Step 4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horizon</a:t>
            </a:r>
          </a:p>
        </p:txBody>
      </p:sp>
      <p:cxnSp>
        <p:nvCxnSpPr>
          <p:cNvPr id="7" name="Connector 6"/>
          <p:cNvCxnSpPr>
            <a:stCxn id="2" idx="2"/>
            <a:endCxn id="3" idx="0"/>
          </p:cNvCxnSpPr>
          <p:nvPr/>
        </p:nvCxnSpPr>
        <p:spPr>
          <a:xfrm>
            <a:off x="134302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stCxn id="3" idx="2"/>
            <a:endCxn id="4" idx="0"/>
          </p:cNvCxnSpPr>
          <p:nvPr/>
        </p:nvCxnSpPr>
        <p:spPr>
          <a:xfrm>
            <a:off x="134302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stCxn id="4" idx="2"/>
            <a:endCxn id="5" idx="0"/>
          </p:cNvCxnSpPr>
          <p:nvPr/>
        </p:nvCxnSpPr>
        <p:spPr>
          <a:xfrm>
            <a:off x="13430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stCxn id="5" idx="2"/>
            <a:endCxn id="6" idx="0"/>
          </p:cNvCxnSpPr>
          <p:nvPr/>
        </p:nvCxnSpPr>
        <p:spPr>
          <a:xfrm>
            <a:off x="13430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