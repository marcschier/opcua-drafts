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5544800" cy="8001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39115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Vision : VisionRootType</a:t>
            </a:r>
          </a:p>
        </p:txBody>
      </p:sp>
      <p:sp>
        <p:nvSpPr>
          <p:cNvPr id="3" name="Rectangle 2"/>
          <p:cNvSpPr/>
          <p:nvPr/>
        </p:nvSpPr>
        <p:spPr>
          <a:xfrm>
            <a:off x="7962900" y="4762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AiModelManagement : AiRootType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spec, beside this one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under the Server object&lt;/i&gt;</a:t>
            </a:r>
          </a:p>
        </p:txBody>
      </p:sp>
      <p:sp>
        <p:nvSpPr>
          <p:cNvPr id="4" name="Rectangle 3"/>
          <p:cNvSpPr/>
          <p:nvPr/>
        </p:nvSpPr>
        <p:spPr>
          <a:xfrm>
            <a:off x="15335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Models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0527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LearningJobs</a:t>
            </a:r>
          </a:p>
        </p:txBody>
      </p:sp>
      <p:sp>
        <p:nvSpPr>
          <p:cNvPr id="6" name="Rectangle 5"/>
          <p:cNvSpPr/>
          <p:nvPr/>
        </p:nvSpPr>
        <p:spPr>
          <a:xfrm>
            <a:off x="66770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Sensors</a:t>
            </a:r>
          </a:p>
        </p:txBody>
      </p:sp>
      <p:sp>
        <p:nvSpPr>
          <p:cNvPr id="7" name="Rectangle 6"/>
          <p:cNvSpPr/>
          <p:nvPr/>
        </p:nvSpPr>
        <p:spPr>
          <a:xfrm>
            <a:off x="924877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Pipelines</a:t>
            </a:r>
          </a:p>
        </p:txBody>
      </p:sp>
      <p:sp>
        <p:nvSpPr>
          <p:cNvPr id="8" name="Rectangle 7"/>
          <p:cNvSpPr/>
          <p:nvPr/>
        </p:nvSpPr>
        <p:spPr>
          <a:xfrm>
            <a:off x="11820525" y="15621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Frames</a:t>
            </a:r>
          </a:p>
        </p:txBody>
      </p:sp>
      <p:sp>
        <p:nvSpPr>
          <p:cNvPr id="9" name="Rectangle 8"/>
          <p:cNvSpPr/>
          <p:nvPr/>
        </p:nvSpPr>
        <p:spPr>
          <a:xfrm>
            <a:off x="153352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ImageSensorType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SensorId, RealityKind, Modality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Width, Height, PixelFormat</a:t>
            </a:r>
          </a:p>
        </p:txBody>
      </p:sp>
      <p:sp>
        <p:nvSpPr>
          <p:cNvPr id="10" name="Rectangle 9"/>
          <p:cNvSpPr/>
          <p:nvPr/>
        </p:nvSpPr>
        <p:spPr>
          <a:xfrm>
            <a:off x="247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Media : VisionMediaManagementType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GetStreamEndpoint, GetClip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8194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StreamEndpoints/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StreamEndpointType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StreamProtocol, ProtocolVersion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3911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ClipEndpoints/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ClipEndpointType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ClipFormat, LatestClip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819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Optics : OpticsType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FocalLength, Aperture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3911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Illumination : IlluminationType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Wavelength, Intensity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9629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Calibrations/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96290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IntrinsicCalibrationType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Intrinsics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534650" y="59055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ExtrinsicCalibrationType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Mount, Transform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677025" y="69913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CoordinateFrameType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FrameId, Role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53465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ModelType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ModelId, Version, Digest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spec&lt;/i&gt;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10527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DatasetType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SourceKind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spec&lt;/i&gt;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67702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DeploymentType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InferenceLocation, EndpointUri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spec&lt;/i&gt;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39115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InferencePipelineType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State, Continuous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MaxResultAge, MaxRetainedResults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4877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Results/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InspectionResultType | DetectionResultType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1820525" y="373380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Feedback : VisionFeedbackType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SubmitCorrection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962900" y="26479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LearningJobType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State, SamplesCollected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&lt;i&gt;AI Model Management spec&lt;/i&gt;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106400" y="4819650"/>
            <a:ext cx="2190750" cy="533400"/>
          </a:xfrm>
          <a:prstGeom prst="rect">
            <a:avLst/>
          </a:prstGeom>
          <a:solidFill>
            <a:srgbClr val="EEF3FA"/>
          </a:solidFill>
          <a:ln w="12700">
            <a:solidFill>
              <a:srgbClr val="44444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900">
                <a:solidFill>
                  <a:srgbClr val="111111"/>
                </a:solidFill>
              </a:rPr>
              <a:t>UsdGeomCameraType</a:t>
            </a:r>
          </a:p>
          <a:p>
            <a:pPr algn="ctr"/>
            <a:r>
              <a:rPr sz="900">
                <a:solidFill>
                  <a:srgbClr val="111111"/>
                </a:solidFill>
              </a:rPr>
              <a:t>(OpenUSD Part 2, Annex D)</a:t>
            </a:r>
          </a:p>
        </p:txBody>
      </p:sp>
      <p:cxnSp>
        <p:nvCxnSpPr>
          <p:cNvPr id="27" name="Connector 26"/>
          <p:cNvCxnSpPr>
            <a:stCxn id="3" idx="2"/>
            <a:endCxn id="4" idx="0"/>
          </p:cNvCxnSpPr>
          <p:nvPr/>
        </p:nvCxnSpPr>
        <p:spPr>
          <a:xfrm flipH="1">
            <a:off x="2628900" y="1009650"/>
            <a:ext cx="64293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>
            <a:stCxn id="3" idx="2"/>
            <a:endCxn id="5" idx="0"/>
          </p:cNvCxnSpPr>
          <p:nvPr/>
        </p:nvCxnSpPr>
        <p:spPr>
          <a:xfrm flipH="1">
            <a:off x="5200650" y="10096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>
            <a:stCxn id="2" idx="2"/>
            <a:endCxn id="6" idx="0"/>
          </p:cNvCxnSpPr>
          <p:nvPr/>
        </p:nvCxnSpPr>
        <p:spPr>
          <a:xfrm>
            <a:off x="6486525" y="10096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>
            <a:stCxn id="2" idx="2"/>
            <a:endCxn id="7" idx="0"/>
          </p:cNvCxnSpPr>
          <p:nvPr/>
        </p:nvCxnSpPr>
        <p:spPr>
          <a:xfrm>
            <a:off x="6486525" y="10096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>
            <a:stCxn id="2" idx="2"/>
            <a:endCxn id="8" idx="0"/>
          </p:cNvCxnSpPr>
          <p:nvPr/>
        </p:nvCxnSpPr>
        <p:spPr>
          <a:xfrm>
            <a:off x="6486525" y="1009650"/>
            <a:ext cx="64293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>
            <a:stCxn id="6" idx="2"/>
            <a:endCxn id="9" idx="0"/>
          </p:cNvCxnSpPr>
          <p:nvPr/>
        </p:nvCxnSpPr>
        <p:spPr>
          <a:xfrm flipH="1">
            <a:off x="2628900" y="2095500"/>
            <a:ext cx="51435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3" name="Connector 32"/>
          <p:cNvCxnSpPr>
            <a:stCxn id="9" idx="2"/>
            <a:endCxn id="10" idx="0"/>
          </p:cNvCxnSpPr>
          <p:nvPr/>
        </p:nvCxnSpPr>
        <p:spPr>
          <a:xfrm flipH="1">
            <a:off x="1343025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4" name="Connector 33"/>
          <p:cNvCxnSpPr>
            <a:stCxn id="10" idx="2"/>
            <a:endCxn id="11" idx="0"/>
          </p:cNvCxnSpPr>
          <p:nvPr/>
        </p:nvCxnSpPr>
        <p:spPr>
          <a:xfrm>
            <a:off x="1343025" y="53530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5" name="Connector 34"/>
          <p:cNvCxnSpPr>
            <a:stCxn id="10" idx="2"/>
            <a:endCxn id="12" idx="0"/>
          </p:cNvCxnSpPr>
          <p:nvPr/>
        </p:nvCxnSpPr>
        <p:spPr>
          <a:xfrm>
            <a:off x="1343025" y="5353050"/>
            <a:ext cx="514350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6" name="Connector 35"/>
          <p:cNvCxnSpPr>
            <a:stCxn id="9" idx="2"/>
            <a:endCxn id="13" idx="0"/>
          </p:cNvCxnSpPr>
          <p:nvPr/>
        </p:nvCxnSpPr>
        <p:spPr>
          <a:xfrm>
            <a:off x="2628900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7" name="Connector 36"/>
          <p:cNvCxnSpPr>
            <a:stCxn id="9" idx="2"/>
            <a:endCxn id="14" idx="0"/>
          </p:cNvCxnSpPr>
          <p:nvPr/>
        </p:nvCxnSpPr>
        <p:spPr>
          <a:xfrm>
            <a:off x="2628900" y="42672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Connector 37"/>
          <p:cNvCxnSpPr>
            <a:stCxn id="9" idx="2"/>
            <a:endCxn id="15" idx="0"/>
          </p:cNvCxnSpPr>
          <p:nvPr/>
        </p:nvCxnSpPr>
        <p:spPr>
          <a:xfrm>
            <a:off x="2628900" y="4267200"/>
            <a:ext cx="64293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>
            <a:stCxn id="15" idx="2"/>
            <a:endCxn id="16" idx="0"/>
          </p:cNvCxnSpPr>
          <p:nvPr/>
        </p:nvCxnSpPr>
        <p:spPr>
          <a:xfrm>
            <a:off x="9058275" y="5353050"/>
            <a:ext cx="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>
            <a:stCxn id="15" idx="2"/>
            <a:endCxn id="17" idx="0"/>
          </p:cNvCxnSpPr>
          <p:nvPr/>
        </p:nvCxnSpPr>
        <p:spPr>
          <a:xfrm>
            <a:off x="9058275" y="5353050"/>
            <a:ext cx="2571750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1" name="Connector 40"/>
          <p:cNvCxnSpPr>
            <a:stCxn id="8" idx="2"/>
            <a:endCxn id="18" idx="0"/>
          </p:cNvCxnSpPr>
          <p:nvPr/>
        </p:nvCxnSpPr>
        <p:spPr>
          <a:xfrm flipH="1">
            <a:off x="7772400" y="2095500"/>
            <a:ext cx="5143500" cy="48958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2" name="Connector 41"/>
          <p:cNvCxnSpPr>
            <a:stCxn id="4" idx="2"/>
            <a:endCxn id="19" idx="0"/>
          </p:cNvCxnSpPr>
          <p:nvPr/>
        </p:nvCxnSpPr>
        <p:spPr>
          <a:xfrm>
            <a:off x="2628900" y="2095500"/>
            <a:ext cx="9001125" cy="27241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>
            <a:stCxn id="4" idx="2"/>
            <a:endCxn id="20" idx="0"/>
          </p:cNvCxnSpPr>
          <p:nvPr/>
        </p:nvCxnSpPr>
        <p:spPr>
          <a:xfrm>
            <a:off x="2628900" y="2095500"/>
            <a:ext cx="257175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>
            <a:stCxn id="4" idx="2"/>
            <a:endCxn id="21" idx="0"/>
          </p:cNvCxnSpPr>
          <p:nvPr/>
        </p:nvCxnSpPr>
        <p:spPr>
          <a:xfrm>
            <a:off x="2628900" y="2095500"/>
            <a:ext cx="5143500" cy="163830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5" name="Connector 44"/>
          <p:cNvCxnSpPr>
            <a:stCxn id="7" idx="2"/>
            <a:endCxn id="22" idx="0"/>
          </p:cNvCxnSpPr>
          <p:nvPr/>
        </p:nvCxnSpPr>
        <p:spPr>
          <a:xfrm flipH="1">
            <a:off x="6486525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>
            <a:stCxn id="22" idx="2"/>
            <a:endCxn id="23" idx="0"/>
          </p:cNvCxnSpPr>
          <p:nvPr/>
        </p:nvCxnSpPr>
        <p:spPr>
          <a:xfrm>
            <a:off x="6486525" y="31813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>
            <a:stCxn id="22" idx="2"/>
            <a:endCxn id="24" idx="0"/>
          </p:cNvCxnSpPr>
          <p:nvPr/>
        </p:nvCxnSpPr>
        <p:spPr>
          <a:xfrm>
            <a:off x="6486525" y="3181350"/>
            <a:ext cx="642937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>
            <a:stCxn id="5" idx="2"/>
            <a:endCxn id="25" idx="0"/>
          </p:cNvCxnSpPr>
          <p:nvPr/>
        </p:nvCxnSpPr>
        <p:spPr>
          <a:xfrm>
            <a:off x="5200650" y="20955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>
            <a:stCxn id="9" idx="2"/>
            <a:endCxn id="16" idx="0"/>
          </p:cNvCxnSpPr>
          <p:nvPr/>
        </p:nvCxnSpPr>
        <p:spPr>
          <a:xfrm>
            <a:off x="2628900" y="4267200"/>
            <a:ext cx="6429375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0" name="TextBox 49"/>
          <p:cNvSpPr txBox="1"/>
          <p:nvPr/>
        </p:nvSpPr>
        <p:spPr>
          <a:xfrm>
            <a:off x="5881687" y="5457825"/>
            <a:ext cx="7239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HasCalibration</a:t>
            </a:r>
          </a:p>
        </p:txBody>
      </p:sp>
      <p:cxnSp>
        <p:nvCxnSpPr>
          <p:cNvPr id="51" name="Connector 50"/>
          <p:cNvCxnSpPr>
            <a:stCxn id="9" idx="2"/>
            <a:endCxn id="17" idx="0"/>
          </p:cNvCxnSpPr>
          <p:nvPr/>
        </p:nvCxnSpPr>
        <p:spPr>
          <a:xfrm>
            <a:off x="2628900" y="4267200"/>
            <a:ext cx="9001125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2" name="TextBox 51"/>
          <p:cNvSpPr txBox="1"/>
          <p:nvPr/>
        </p:nvSpPr>
        <p:spPr>
          <a:xfrm>
            <a:off x="7167562" y="5457825"/>
            <a:ext cx="7239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HasCalibration</a:t>
            </a:r>
          </a:p>
        </p:txBody>
      </p:sp>
      <p:cxnSp>
        <p:nvCxnSpPr>
          <p:cNvPr id="53" name="Connector 52"/>
          <p:cNvCxnSpPr>
            <a:stCxn id="9" idx="2"/>
            <a:endCxn id="18" idx="0"/>
          </p:cNvCxnSpPr>
          <p:nvPr/>
        </p:nvCxnSpPr>
        <p:spPr>
          <a:xfrm>
            <a:off x="2628900" y="4267200"/>
            <a:ext cx="5143500" cy="27241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4" name="TextBox 53"/>
          <p:cNvSpPr txBox="1"/>
          <p:nvPr/>
        </p:nvSpPr>
        <p:spPr>
          <a:xfrm>
            <a:off x="5238750" y="55721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MountedOn</a:t>
            </a:r>
          </a:p>
        </p:txBody>
      </p:sp>
      <p:cxnSp>
        <p:nvCxnSpPr>
          <p:cNvPr id="55" name="Connector 54"/>
          <p:cNvCxnSpPr>
            <a:stCxn id="9" idx="2"/>
            <a:endCxn id="26" idx="0"/>
          </p:cNvCxnSpPr>
          <p:nvPr/>
        </p:nvCxnSpPr>
        <p:spPr>
          <a:xfrm>
            <a:off x="2628900" y="4267200"/>
            <a:ext cx="11572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6" name="TextBox 55"/>
          <p:cNvSpPr txBox="1"/>
          <p:nvPr/>
        </p:nvSpPr>
        <p:spPr>
          <a:xfrm>
            <a:off x="8453437" y="4486275"/>
            <a:ext cx="7334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HasScenePrim</a:t>
            </a:r>
          </a:p>
        </p:txBody>
      </p:sp>
      <p:cxnSp>
        <p:nvCxnSpPr>
          <p:cNvPr id="57" name="Connector 56"/>
          <p:cNvCxnSpPr>
            <a:stCxn id="21" idx="2"/>
            <a:endCxn id="19" idx="0"/>
          </p:cNvCxnSpPr>
          <p:nvPr/>
        </p:nvCxnSpPr>
        <p:spPr>
          <a:xfrm>
            <a:off x="7772400" y="42672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TextBox 57"/>
          <p:cNvSpPr txBox="1"/>
          <p:nvPr/>
        </p:nvSpPr>
        <p:spPr>
          <a:xfrm>
            <a:off x="9739312" y="4486275"/>
            <a:ext cx="952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UsesModel exactly 1</a:t>
            </a:r>
          </a:p>
        </p:txBody>
      </p:sp>
      <p:cxnSp>
        <p:nvCxnSpPr>
          <p:cNvPr id="59" name="Connector 58"/>
          <p:cNvCxnSpPr>
            <a:stCxn id="23" idx="2"/>
            <a:endCxn id="22" idx="0"/>
          </p:cNvCxnSpPr>
          <p:nvPr/>
        </p:nvCxnSpPr>
        <p:spPr>
          <a:xfrm flipH="1" flipV="1">
            <a:off x="6486525" y="2647950"/>
            <a:ext cx="3857625" cy="16192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0" name="TextBox 59"/>
          <p:cNvSpPr txBox="1"/>
          <p:nvPr/>
        </p:nvSpPr>
        <p:spPr>
          <a:xfrm>
            <a:off x="8453437" y="34004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ProducedBy</a:t>
            </a:r>
          </a:p>
        </p:txBody>
      </p:sp>
      <p:cxnSp>
        <p:nvCxnSpPr>
          <p:cNvPr id="61" name="Connector 60"/>
          <p:cNvCxnSpPr>
            <a:stCxn id="23" idx="2"/>
            <a:endCxn id="19" idx="0"/>
          </p:cNvCxnSpPr>
          <p:nvPr/>
        </p:nvCxnSpPr>
        <p:spPr>
          <a:xfrm>
            <a:off x="10344150" y="426720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2" name="TextBox 61"/>
          <p:cNvSpPr txBox="1"/>
          <p:nvPr/>
        </p:nvSpPr>
        <p:spPr>
          <a:xfrm>
            <a:off x="11025187" y="4486275"/>
            <a:ext cx="5715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ModelUsed</a:t>
            </a:r>
          </a:p>
        </p:txBody>
      </p:sp>
      <p:cxnSp>
        <p:nvCxnSpPr>
          <p:cNvPr id="63" name="Connector 62"/>
          <p:cNvCxnSpPr>
            <a:stCxn id="22" idx="2"/>
            <a:endCxn id="9" idx="0"/>
          </p:cNvCxnSpPr>
          <p:nvPr/>
        </p:nvCxnSpPr>
        <p:spPr>
          <a:xfrm flipH="1">
            <a:off x="2628900" y="31813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4" name="TextBox 63"/>
          <p:cNvSpPr txBox="1"/>
          <p:nvPr/>
        </p:nvSpPr>
        <p:spPr>
          <a:xfrm>
            <a:off x="4595812" y="3400425"/>
            <a:ext cx="38100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Sensor</a:t>
            </a:r>
          </a:p>
        </p:txBody>
      </p:sp>
      <p:cxnSp>
        <p:nvCxnSpPr>
          <p:cNvPr id="65" name="Connector 64"/>
          <p:cNvCxnSpPr>
            <a:stCxn id="22" idx="2"/>
            <a:endCxn id="21" idx="0"/>
          </p:cNvCxnSpPr>
          <p:nvPr/>
        </p:nvCxnSpPr>
        <p:spPr>
          <a:xfrm>
            <a:off x="6486525" y="3181350"/>
            <a:ext cx="128587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7167562" y="3400425"/>
            <a:ext cx="6191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Deployment</a:t>
            </a:r>
          </a:p>
        </p:txBody>
      </p:sp>
      <p:cxnSp>
        <p:nvCxnSpPr>
          <p:cNvPr id="67" name="Connector 66"/>
          <p:cNvCxnSpPr>
            <a:stCxn id="17" idx="2"/>
            <a:endCxn id="18" idx="0"/>
          </p:cNvCxnSpPr>
          <p:nvPr/>
        </p:nvCxnSpPr>
        <p:spPr>
          <a:xfrm flipH="1">
            <a:off x="7772400" y="643890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9739312" y="6657975"/>
            <a:ext cx="1314450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SourceFrame / TargetFrame</a:t>
            </a:r>
          </a:p>
        </p:txBody>
      </p:sp>
      <p:cxnSp>
        <p:nvCxnSpPr>
          <p:cNvPr id="69" name="Connector 68"/>
          <p:cNvCxnSpPr>
            <a:stCxn id="18" idx="2"/>
            <a:endCxn id="18" idx="0"/>
          </p:cNvCxnSpPr>
          <p:nvPr/>
        </p:nvCxnSpPr>
        <p:spPr>
          <a:xfrm flipV="1">
            <a:off x="7772400" y="6991350"/>
            <a:ext cx="0" cy="5334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7810500" y="7629525"/>
            <a:ext cx="6572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ParentFrame</a:t>
            </a:r>
          </a:p>
        </p:txBody>
      </p:sp>
      <p:cxnSp>
        <p:nvCxnSpPr>
          <p:cNvPr id="71" name="Connector 70"/>
          <p:cNvCxnSpPr>
            <a:stCxn id="25" idx="2"/>
            <a:endCxn id="20" idx="0"/>
          </p:cNvCxnSpPr>
          <p:nvPr/>
        </p:nvCxnSpPr>
        <p:spPr>
          <a:xfrm flipH="1">
            <a:off x="5200650" y="3181350"/>
            <a:ext cx="3857625" cy="55245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2" name="TextBox 71"/>
          <p:cNvSpPr txBox="1"/>
          <p:nvPr/>
        </p:nvSpPr>
        <p:spPr>
          <a:xfrm>
            <a:off x="7167562" y="3543300"/>
            <a:ext cx="3905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Dataset</a:t>
            </a:r>
          </a:p>
        </p:txBody>
      </p:sp>
      <p:cxnSp>
        <p:nvCxnSpPr>
          <p:cNvPr id="73" name="Connector 72"/>
          <p:cNvCxnSpPr>
            <a:stCxn id="25" idx="2"/>
            <a:endCxn id="19" idx="0"/>
          </p:cNvCxnSpPr>
          <p:nvPr/>
        </p:nvCxnSpPr>
        <p:spPr>
          <a:xfrm>
            <a:off x="9058275" y="3181350"/>
            <a:ext cx="2571750" cy="1638300"/>
          </a:xfrm>
          <a:prstGeom prst="line">
            <a:avLst/>
          </a:prstGeom>
          <a:ln w="12700">
            <a:solidFill>
              <a:srgbClr val="444444"/>
            </a:solidFill>
            <a:prstDash val="dash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TextBox 73"/>
          <p:cNvSpPr txBox="1"/>
          <p:nvPr/>
        </p:nvSpPr>
        <p:spPr>
          <a:xfrm>
            <a:off x="10382250" y="4657725"/>
            <a:ext cx="809625" cy="123825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r>
              <a:rPr sz="800">
                <a:solidFill>
                  <a:srgbClr val="444444"/>
                </a:solidFill>
              </a:rPr>
              <a:t>CandidateModel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/>
  <cp:revision>1</cp:revision>
  <dcterms:created xsi:type="dcterms:W3CDTF">2026-01-01T00:00:00Z</dcterms:created>
  <dcterms:modified xsi:type="dcterms:W3CDTF">2026-01-01T00:00:00Z</dcterms:modified>
  <cp:category/>
</cp:coreProperties>
</file>