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358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Publisher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Late-joining Subscriber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 NetworkMessage(SchemaId, Avro binary payload)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Cache miss for SchemaId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Discovery AvroSchemaRequest(RequesterId, [SchemaId])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Discovery AvroSchemaAnnouncement(SchemaId, SchemaJson, SchemaEpoch)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6125" y="2571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2400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Verify and cache parsed schema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86125" y="2952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86125" y="2781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Decode buffered or subsequent payload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