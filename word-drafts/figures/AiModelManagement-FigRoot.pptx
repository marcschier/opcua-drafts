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AiRootType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SpecificationVersion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Deployments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Datasets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Jobs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2462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5287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3" idx="2"/>
            <a:endCxn id="6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3" idx="2"/>
            <a:endCxn id="7" idx="0"/>
          </p:cNvCxnSpPr>
          <p:nvPr/>
        </p:nvCxnSpPr>
        <p:spPr>
          <a:xfrm>
            <a:off x="64865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3" idx="2"/>
            <a:endCxn id="8" idx="0"/>
          </p:cNvCxnSpPr>
          <p:nvPr/>
        </p:nvCxnSpPr>
        <p:spPr>
          <a:xfrm>
            <a:off x="64865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