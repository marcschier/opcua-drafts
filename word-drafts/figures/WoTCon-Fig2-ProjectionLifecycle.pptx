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2578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33525" y="476250"/>
            <a:ext cx="2190750" cy="533400"/>
          </a:xfrm>
          <a:prstGeom prst="ellipse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533525" y="15621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Unloaded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33525" y="26479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Loading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765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Active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19400" y="37338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Failed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533525" y="48196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Superseded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533525" y="590550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Retiring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33525" y="6991350"/>
            <a:ext cx="2190750" cy="5334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Retired</a:t>
            </a:r>
          </a:p>
        </p:txBody>
      </p:sp>
      <p:cxnSp>
        <p:nvCxnSpPr>
          <p:cNvPr id="10" name="Connector 9"/>
          <p:cNvCxnSpPr>
            <a:stCxn id="2" idx="2"/>
            <a:endCxn id="3" idx="0"/>
          </p:cNvCxnSpPr>
          <p:nvPr/>
        </p:nvCxnSpPr>
        <p:spPr>
          <a:xfrm>
            <a:off x="26289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>
            <a:stCxn id="3" idx="2"/>
            <a:endCxn id="4" idx="0"/>
          </p:cNvCxnSpPr>
          <p:nvPr/>
        </p:nvCxnSpPr>
        <p:spPr>
          <a:xfrm>
            <a:off x="2628900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667000" y="2314575"/>
            <a:ext cx="10287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prepare shadow generation</a:t>
            </a:r>
          </a:p>
        </p:txBody>
      </p:sp>
      <p:cxnSp>
        <p:nvCxnSpPr>
          <p:cNvPr id="13" name="Connector 12"/>
          <p:cNvCxnSpPr>
            <a:stCxn id="4" idx="2"/>
            <a:endCxn id="5" idx="0"/>
          </p:cNvCxnSpPr>
          <p:nvPr/>
        </p:nvCxnSpPr>
        <p:spPr>
          <a:xfrm flipH="1">
            <a:off x="1343025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024062" y="3400425"/>
            <a:ext cx="13430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atomic switch (RefreshGeneration++)</a:t>
            </a:r>
          </a:p>
        </p:txBody>
      </p:sp>
      <p:cxnSp>
        <p:nvCxnSpPr>
          <p:cNvPr id="15" name="Connector 14"/>
          <p:cNvCxnSpPr>
            <a:stCxn id="4" idx="2"/>
            <a:endCxn id="6" idx="0"/>
          </p:cNvCxnSpPr>
          <p:nvPr/>
        </p:nvCxnSpPr>
        <p:spPr>
          <a:xfrm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309937" y="3400425"/>
            <a:ext cx="1000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validation/projection error</a:t>
            </a:r>
          </a:p>
        </p:txBody>
      </p:sp>
      <p:cxnSp>
        <p:nvCxnSpPr>
          <p:cNvPr id="17" name="Connector 16"/>
          <p:cNvCxnSpPr>
            <a:stCxn id="5" idx="2"/>
            <a:endCxn id="7" idx="0"/>
          </p:cNvCxnSpPr>
          <p:nvPr/>
        </p:nvCxnSpPr>
        <p:spPr>
          <a:xfrm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24062" y="4486275"/>
            <a:ext cx="10953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newer generation switched in</a:t>
            </a:r>
          </a:p>
        </p:txBody>
      </p:sp>
      <p:cxnSp>
        <p:nvCxnSpPr>
          <p:cNvPr id="19" name="Connector 18"/>
          <p:cNvCxnSpPr>
            <a:stCxn id="7" idx="2"/>
            <a:endCxn id="8" idx="0"/>
          </p:cNvCxnSpPr>
          <p:nvPr/>
        </p:nvCxnSpPr>
        <p:spPr>
          <a:xfrm>
            <a:off x="2628900" y="53530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667000" y="5572125"/>
            <a:ext cx="7429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graceful retirement</a:t>
            </a:r>
          </a:p>
        </p:txBody>
      </p:sp>
      <p:cxnSp>
        <p:nvCxnSpPr>
          <p:cNvPr id="21" name="Connector 20"/>
          <p:cNvCxnSpPr>
            <a:stCxn id="7" idx="2"/>
            <a:endCxn id="9" idx="0"/>
          </p:cNvCxnSpPr>
          <p:nvPr/>
        </p:nvCxnSpPr>
        <p:spPr>
          <a:xfrm>
            <a:off x="2628900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667000" y="6543675"/>
            <a:ext cx="16192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immediate retirement / BadNodeIdUnknown</a:t>
            </a:r>
          </a:p>
        </p:txBody>
      </p:sp>
      <p:cxnSp>
        <p:nvCxnSpPr>
          <p:cNvPr id="23" name="Connector 22"/>
          <p:cNvCxnSpPr>
            <a:stCxn id="8" idx="2"/>
            <a:endCxn id="9" idx="0"/>
          </p:cNvCxnSpPr>
          <p:nvPr/>
        </p:nvCxnSpPr>
        <p:spPr>
          <a:xfrm>
            <a:off x="2628900" y="64389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667000" y="6800850"/>
            <a:ext cx="13906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monitored items and requests drained</a:t>
            </a:r>
          </a:p>
        </p:txBody>
      </p:sp>
      <p:cxnSp>
        <p:nvCxnSpPr>
          <p:cNvPr id="25" name="Connector 24"/>
          <p:cNvCxnSpPr>
            <a:stCxn id="6" idx="2"/>
            <a:endCxn id="4" idx="0"/>
          </p:cNvCxnSpPr>
          <p:nvPr/>
        </p:nvCxnSpPr>
        <p:spPr>
          <a:xfrm flipH="1" flipV="1">
            <a:off x="2628900" y="2647950"/>
            <a:ext cx="1285875" cy="16192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309937" y="3543300"/>
            <a:ext cx="11334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corrected document refreshed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