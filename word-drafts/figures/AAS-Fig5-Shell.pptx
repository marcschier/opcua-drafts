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97305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AASIdentifiableType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911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35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AssetInformation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AASAssetInformationType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41052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SubmodelReferences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702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DerivedFrom</a:t>
            </a:r>
          </a:p>
        </p:txBody>
      </p:sp>
      <p:sp>
        <p:nvSpPr>
          <p:cNvPr id="8" name="Rectangle 7"/>
          <p:cNvSpPr/>
          <p:nvPr/>
        </p:nvSpPr>
        <p:spPr>
          <a:xfrm>
            <a:off x="9248775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EmbeddedDataSpecifications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AssetKind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GlobalAssetId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AssetType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SpecificAssetIds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DefaultThumbnail</a:t>
            </a:r>
          </a:p>
        </p:txBody>
      </p:sp>
      <p:cxnSp>
        <p:nvCxnSpPr>
          <p:cNvPr id="14" name="Connector 13"/>
          <p:cNvCxnSpPr>
            <a:stCxn id="2" idx="2"/>
            <a:endCxn id="3" idx="0"/>
          </p:cNvCxnSpPr>
          <p:nvPr/>
        </p:nvCxnSpPr>
        <p:spPr>
          <a:xfrm>
            <a:off x="6486525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24625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6" name="Connector 15"/>
          <p:cNvCxnSpPr>
            <a:stCxn id="3" idx="2"/>
            <a:endCxn id="4" idx="0"/>
          </p:cNvCxnSpPr>
          <p:nvPr/>
        </p:nvCxnSpPr>
        <p:spPr>
          <a:xfrm flipH="1">
            <a:off x="262890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595812" y="2314575"/>
            <a:ext cx="7620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18" name="Connector 17"/>
          <p:cNvCxnSpPr>
            <a:stCxn id="4" idx="2"/>
            <a:endCxn id="5" idx="0"/>
          </p:cNvCxnSpPr>
          <p:nvPr/>
        </p:nvCxnSpPr>
        <p:spPr>
          <a:xfrm>
            <a:off x="2628900" y="31813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3" idx="2"/>
            <a:endCxn id="6" idx="0"/>
          </p:cNvCxnSpPr>
          <p:nvPr/>
        </p:nvCxnSpPr>
        <p:spPr>
          <a:xfrm flipH="1"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8168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1" name="Connector 20"/>
          <p:cNvCxnSpPr>
            <a:stCxn id="3" idx="2"/>
            <a:endCxn id="7" idx="0"/>
          </p:cNvCxnSpPr>
          <p:nvPr/>
        </p:nvCxnSpPr>
        <p:spPr>
          <a:xfrm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6756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3" name="Connector 22"/>
          <p:cNvCxnSpPr>
            <a:stCxn id="3" idx="2"/>
            <a:endCxn id="8" idx="0"/>
          </p:cNvCxnSpPr>
          <p:nvPr/>
        </p:nvCxnSpPr>
        <p:spPr>
          <a:xfrm>
            <a:off x="648652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45343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5" name="Connector 24"/>
          <p:cNvCxnSpPr>
            <a:stCxn id="5" idx="2"/>
            <a:endCxn id="9" idx="0"/>
          </p:cNvCxnSpPr>
          <p:nvPr/>
        </p:nvCxnSpPr>
        <p:spPr>
          <a:xfrm flipH="1">
            <a:off x="1343025" y="42672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952875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7" name="Connector 26"/>
          <p:cNvCxnSpPr>
            <a:stCxn id="5" idx="2"/>
            <a:endCxn id="10" idx="0"/>
          </p:cNvCxnSpPr>
          <p:nvPr/>
        </p:nvCxnSpPr>
        <p:spPr>
          <a:xfrm flipH="1">
            <a:off x="3914775" y="42672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238750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5" idx="2"/>
            <a:endCxn id="11" idx="0"/>
          </p:cNvCxnSpPr>
          <p:nvPr/>
        </p:nvCxnSpPr>
        <p:spPr>
          <a:xfrm>
            <a:off x="6486525" y="426720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524625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1" name="Connector 30"/>
          <p:cNvCxnSpPr>
            <a:stCxn id="5" idx="2"/>
            <a:endCxn id="12" idx="0"/>
          </p:cNvCxnSpPr>
          <p:nvPr/>
        </p:nvCxnSpPr>
        <p:spPr>
          <a:xfrm>
            <a:off x="6486525" y="426720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810500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3" name="Connector 32"/>
          <p:cNvCxnSpPr>
            <a:stCxn id="5" idx="2"/>
            <a:endCxn id="13" idx="0"/>
          </p:cNvCxnSpPr>
          <p:nvPr/>
        </p:nvCxnSpPr>
        <p:spPr>
          <a:xfrm>
            <a:off x="6486525" y="4267200"/>
            <a:ext cx="514350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96375" y="44862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