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839450" cy="624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47650" y="247650"/>
            <a:ext cx="1809750" cy="4191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11111"/>
                </a:solidFill>
              </a:rPr>
              <a:t>Machine OEM (server author)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52525" y="857250"/>
            <a:ext cx="0" cy="514350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2381250" y="247650"/>
            <a:ext cx="1809750" cy="4191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11111"/>
                </a:solidFill>
              </a:rPr>
              <a:t>USD asset author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86125" y="857250"/>
            <a:ext cx="0" cy="514350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14850" y="247650"/>
            <a:ext cx="1809750" cy="4191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11111"/>
                </a:solidFill>
              </a:rPr>
              <a:t>System integrator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19725" y="857250"/>
            <a:ext cx="0" cy="514350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648450" y="247650"/>
            <a:ext cx="1809750" cy="4191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11111"/>
                </a:solidFill>
              </a:rPr>
              <a:t>Connector vendor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553325" y="857250"/>
            <a:ext cx="0" cy="514350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782050" y="247650"/>
            <a:ext cx="1809750" cy="4191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11111"/>
                </a:solidFill>
              </a:rPr>
              <a:t>Visualization operator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686925" y="857250"/>
            <a:ext cx="0" cy="514350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47650" y="904875"/>
            <a:ext cx="10344150" cy="285750"/>
          </a:xfrm>
          <a:prstGeom prst="rect">
            <a:avLst/>
          </a:prstGeom>
          <a:solidFill>
            <a:srgbClr val="F7F7F7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i="1">
                <a:solidFill>
                  <a:srgbClr val="111111"/>
                </a:solidFill>
              </a:rPr>
              <a:t>Design time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52525" y="1428750"/>
            <a:ext cx="66675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152525" y="1257300"/>
            <a:ext cx="1143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Expose domain model + OpenUsdRepresentation + bindings</a:t>
            </a:r>
          </a:p>
          <a:p>
            <a:pPr algn="ctr"/>
            <a:r>
              <a:rPr sz="800">
                <a:solidFill>
                  <a:srgbClr val="111111"/>
                </a:solidFill>
              </a:rPr>
              <a:t>(PrimPath, Source, Target, RenderTargetKind)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86125" y="1809750"/>
            <a:ext cx="66675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286125" y="1638300"/>
            <a:ext cx="1143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Author the machine USD asset</a:t>
            </a:r>
          </a:p>
          <a:p>
            <a:pPr algn="ctr"/>
            <a:r>
              <a:rPr sz="800">
                <a:solidFill>
                  <a:srgbClr val="111111"/>
                </a:solidFill>
              </a:rPr>
              <a:t>(prims/attributes the bindings target)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19725" y="2190750"/>
            <a:ext cx="66675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19725" y="2019300"/>
            <a:ext cx="1143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Compose plant stage (reference assets, place instances),</a:t>
            </a:r>
          </a:p>
          <a:p>
            <a:pPr algn="ctr"/>
            <a:r>
              <a:rPr sz="800">
                <a:solidFill>
                  <a:srgbClr val="111111"/>
                </a:solidFill>
              </a:rPr>
              <a:t>deploy servers, point bindings at real NodeIds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553325" y="2571750"/>
            <a:ext cx="66675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553325" y="2400300"/>
            <a:ext cx="1143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Build one generic connector (spec-only)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7650" y="2809875"/>
            <a:ext cx="10344150" cy="285750"/>
          </a:xfrm>
          <a:prstGeom prst="rect">
            <a:avLst/>
          </a:prstGeom>
          <a:solidFill>
            <a:srgbClr val="F7F7F7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i="1">
                <a:solidFill>
                  <a:srgbClr val="111111"/>
                </a:solidFill>
              </a:rPr>
              <a:t>Runtime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1152525" y="3333750"/>
            <a:ext cx="64008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152525" y="3162300"/>
            <a:ext cx="64008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Browse Server/OpenUSD/Representations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152525" y="3714750"/>
            <a:ext cx="6400800" cy="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152525" y="3543300"/>
            <a:ext cx="64008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representations (Stage, PrimPath) + live bindings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1152525" y="4095750"/>
            <a:ext cx="64008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152525" y="3924300"/>
            <a:ext cx="64008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Subscribe to bound source Variables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7650" y="4333875"/>
            <a:ext cx="10344150" cy="285750"/>
          </a:xfrm>
          <a:prstGeom prst="rect">
            <a:avLst/>
          </a:prstGeom>
          <a:solidFill>
            <a:srgbClr val="F7F7F7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i="1">
                <a:solidFill>
                  <a:srgbClr val="111111"/>
                </a:solidFill>
              </a:rPr>
              <a:t>loop live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152525" y="4857750"/>
            <a:ext cx="6400800" cy="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152525" y="4686300"/>
            <a:ext cx="64008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DataChange(value, quality, timestamps)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553325" y="5238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553325" y="5067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convert + write target USD attribute (coalesced)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686925" y="5619750"/>
            <a:ext cx="66675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9686925" y="5448300"/>
            <a:ext cx="1143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Render the live stage (RTX / Hydra)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