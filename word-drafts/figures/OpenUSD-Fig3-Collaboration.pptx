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839450" cy="624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Machine OEM (server author)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5143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USD asset author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5143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148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System integrator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19725" y="857250"/>
            <a:ext cx="0" cy="5143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6484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Connector vendor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553325" y="857250"/>
            <a:ext cx="0" cy="5143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820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Visualization operator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86925" y="857250"/>
            <a:ext cx="0" cy="5143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47650" y="904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Design time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525" y="1428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52525" y="1257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Expose domain model + OpenUsdRepresentation + bindings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(PrimPath, Source, Target, RenderTargetKind)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86125" y="1809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86125" y="1638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Author the machine USD asset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(prims/attributes the bindings target)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19725" y="2190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19725" y="2019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Compose plant stage (reference assets, place instances),</a:t>
            </a:r>
          </a:p>
          <a:p>
            <a:pPr algn="ctr"/>
            <a:r>
              <a:rPr sz="800">
                <a:solidFill>
                  <a:srgbClr val="111111"/>
                </a:solidFill>
              </a:rPr>
              <a:t>deploy servers, point bindings at real NodeIds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53325" y="2571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53325" y="2400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Build one generic connector (spec-only)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7650" y="2809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Runtime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152525" y="3333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52525" y="3162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Server/OpenUSD/Representations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52525" y="3714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52525" y="3543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representations (Stage, PrimPath) + live bindings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152525" y="4095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152525" y="3924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Subscribe to bound source Variables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7650" y="4333875"/>
            <a:ext cx="103441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loop live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52525" y="4857750"/>
            <a:ext cx="64008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52525" y="4686300"/>
            <a:ext cx="64008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DataChange(value, quality, timestamps)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53325" y="523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553325" y="506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convert + write target USD attribute (coalesced)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686925" y="5619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686925" y="5448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Render the live stage (RTX / Hydra)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