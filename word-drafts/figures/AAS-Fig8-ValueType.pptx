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AASSubmodelElementType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AASPropertyType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AASRangeType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ValueType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ValueId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ValueType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Max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 flipH="1">
            <a:off x="64865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67562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3" name="Connector 12"/>
          <p:cNvCxnSpPr>
            <a:stCxn id="2" idx="2"/>
            <a:endCxn id="4" idx="0"/>
          </p:cNvCxnSpPr>
          <p:nvPr/>
        </p:nvCxnSpPr>
        <p:spPr>
          <a:xfrm>
            <a:off x="777240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53437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3" idx="2"/>
            <a:endCxn id="5" idx="0"/>
          </p:cNvCxnSpPr>
          <p:nvPr/>
        </p:nvCxnSpPr>
        <p:spPr>
          <a:xfrm flipH="1">
            <a:off x="13430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5287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7" name="Connector 16"/>
          <p:cNvCxnSpPr>
            <a:stCxn id="3" idx="2"/>
            <a:endCxn id="6" idx="0"/>
          </p:cNvCxnSpPr>
          <p:nvPr/>
        </p:nvCxnSpPr>
        <p:spPr>
          <a:xfrm flipH="1"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3875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9" name="Connector 18"/>
          <p:cNvCxnSpPr>
            <a:stCxn id="3" idx="2"/>
            <a:endCxn id="7" idx="0"/>
          </p:cNvCxnSpPr>
          <p:nvPr/>
        </p:nvCxnSpPr>
        <p:spPr>
          <a:xfrm>
            <a:off x="648652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2462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1" name="Connector 20"/>
          <p:cNvCxnSpPr>
            <a:stCxn id="4" idx="2"/>
            <a:endCxn id="8" idx="0"/>
          </p:cNvCxnSpPr>
          <p:nvPr/>
        </p:nvCxnSpPr>
        <p:spPr>
          <a:xfrm>
            <a:off x="905827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9637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3" name="Connector 22"/>
          <p:cNvCxnSpPr>
            <a:stCxn id="4" idx="2"/>
            <a:endCxn id="9" idx="0"/>
          </p:cNvCxnSpPr>
          <p:nvPr/>
        </p:nvCxnSpPr>
        <p:spPr>
          <a:xfrm>
            <a:off x="90582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38225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5" name="Connector 24"/>
          <p:cNvCxnSpPr>
            <a:stCxn id="4" idx="2"/>
            <a:endCxn id="10" idx="0"/>
          </p:cNvCxnSpPr>
          <p:nvPr/>
        </p:nvCxnSpPr>
        <p:spPr>
          <a:xfrm>
            <a:off x="905827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66812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