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342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i="1">
                <a:solidFill>
                  <a:srgbClr val="111111"/>
                </a:solidFill>
                <a:latin typeface="Arial"/>
              </a:rPr>
              <a:t>AASSubmodelElementType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911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AASPropertyType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629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AASRangeType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ValueType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ValueId</a:t>
            </a:r>
          </a:p>
        </p:txBody>
      </p:sp>
      <p:sp>
        <p:nvSpPr>
          <p:cNvPr id="8" name="Rectangle 7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ValueType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106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Max</a:t>
            </a:r>
          </a:p>
        </p:txBody>
      </p:sp>
      <p:cxnSp>
        <p:nvCxnSpPr>
          <p:cNvPr id="11" name="Connector 10"/>
          <p:cNvCxnSpPr>
            <a:stCxn id="2" idx="2"/>
            <a:endCxn id="3" idx="0"/>
          </p:cNvCxnSpPr>
          <p:nvPr/>
        </p:nvCxnSpPr>
        <p:spPr>
          <a:xfrm flipH="1">
            <a:off x="6486525" y="100965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67562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3" name="Connector 12"/>
          <p:cNvCxnSpPr>
            <a:stCxn id="2" idx="2"/>
            <a:endCxn id="4" idx="0"/>
          </p:cNvCxnSpPr>
          <p:nvPr/>
        </p:nvCxnSpPr>
        <p:spPr>
          <a:xfrm>
            <a:off x="7772400" y="1009650"/>
            <a:ext cx="1285875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53437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5" name="Connector 14"/>
          <p:cNvCxnSpPr>
            <a:stCxn id="3" idx="2"/>
            <a:endCxn id="5" idx="0"/>
          </p:cNvCxnSpPr>
          <p:nvPr/>
        </p:nvCxnSpPr>
        <p:spPr>
          <a:xfrm flipH="1">
            <a:off x="1343025" y="2095500"/>
            <a:ext cx="514350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5287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17" name="Connector 16"/>
          <p:cNvCxnSpPr>
            <a:stCxn id="3" idx="2"/>
            <a:endCxn id="6" idx="0"/>
          </p:cNvCxnSpPr>
          <p:nvPr/>
        </p:nvCxnSpPr>
        <p:spPr>
          <a:xfrm flipH="1">
            <a:off x="39147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3875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19" name="Connector 18"/>
          <p:cNvCxnSpPr>
            <a:stCxn id="3" idx="2"/>
            <a:endCxn id="7" idx="0"/>
          </p:cNvCxnSpPr>
          <p:nvPr/>
        </p:nvCxnSpPr>
        <p:spPr>
          <a:xfrm>
            <a:off x="6486525" y="20955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2462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1" name="Connector 20"/>
          <p:cNvCxnSpPr>
            <a:stCxn id="4" idx="2"/>
            <a:endCxn id="8" idx="0"/>
          </p:cNvCxnSpPr>
          <p:nvPr/>
        </p:nvCxnSpPr>
        <p:spPr>
          <a:xfrm>
            <a:off x="9058275" y="20955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09637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3" name="Connector 22"/>
          <p:cNvCxnSpPr>
            <a:stCxn id="4" idx="2"/>
            <a:endCxn id="9" idx="0"/>
          </p:cNvCxnSpPr>
          <p:nvPr/>
        </p:nvCxnSpPr>
        <p:spPr>
          <a:xfrm>
            <a:off x="90582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382250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>
            <a:off x="9058275" y="2095500"/>
            <a:ext cx="514350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668125" y="23145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