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RegistryType : FolderType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GroupType : FolderType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GroupType : FolderType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ResourceType : FileType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ResourceType : FileType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ResourceType : FileType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(document bytes)</a:t>
            </a:r>
          </a:p>
        </p:txBody>
      </p:sp>
      <p:cxnSp>
        <p:nvCxnSpPr>
          <p:cNvPr id="9" name="Connector 8"/>
          <p:cNvCxnSpPr>
            <a:stCxn id="2" idx="2"/>
            <a:endCxn id="3" idx="0"/>
          </p:cNvCxnSpPr>
          <p:nvPr/>
        </p:nvCxnSpPr>
        <p:spPr>
          <a:xfrm flipH="1">
            <a:off x="26289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09937" y="122872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1" name="Connector 10"/>
          <p:cNvCxnSpPr>
            <a:stCxn id="2" idx="2"/>
            <a:endCxn id="4" idx="0"/>
          </p:cNvCxnSpPr>
          <p:nvPr/>
        </p:nvCxnSpPr>
        <p:spPr>
          <a:xfrm>
            <a:off x="391477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95812" y="122872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3" name="Connector 12"/>
          <p:cNvCxnSpPr>
            <a:stCxn id="3" idx="2"/>
            <a:endCxn id="5" idx="0"/>
          </p:cNvCxnSpPr>
          <p:nvPr/>
        </p:nvCxnSpPr>
        <p:spPr>
          <a:xfrm flipH="1">
            <a:off x="134302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4062" y="23145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5" name="Connector 14"/>
          <p:cNvCxnSpPr>
            <a:stCxn id="3" idx="2"/>
            <a:endCxn id="6" idx="0"/>
          </p:cNvCxnSpPr>
          <p:nvPr/>
        </p:nvCxnSpPr>
        <p:spPr>
          <a:xfrm>
            <a:off x="262890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09937" y="23145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7" name="Connector 16"/>
          <p:cNvCxnSpPr>
            <a:stCxn id="4" idx="2"/>
            <a:endCxn id="7" idx="0"/>
          </p:cNvCxnSpPr>
          <p:nvPr/>
        </p:nvCxnSpPr>
        <p:spPr>
          <a:xfrm>
            <a:off x="520065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81687" y="23145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9" name="Connector 18"/>
          <p:cNvCxnSpPr>
            <a:stCxn id="5" idx="2"/>
            <a:endCxn id="8" idx="0"/>
          </p:cNvCxnSpPr>
          <p:nvPr/>
        </p:nvCxnSpPr>
        <p:spPr>
          <a:xfrm>
            <a:off x="13430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67000" y="3400425"/>
            <a:ext cx="8477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Open/Read/Write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