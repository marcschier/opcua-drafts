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829550" cy="45148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81940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RegistryType : FolderType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15335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GroupType : FolderType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0527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GroupType : FolderType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247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ResourceType : FileType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2819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ResourceType : FileType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11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ResourceType : FileType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2819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(document bytes)</a:t>
            </a:r>
          </a:p>
        </p:txBody>
      </p:sp>
      <p:cxnSp>
        <p:nvCxnSpPr>
          <p:cNvPr id="9" name="Connector 8"/>
          <p:cNvCxnSpPr>
            <a:stCxn id="2" idx="2"/>
            <a:endCxn id="3" idx="0"/>
          </p:cNvCxnSpPr>
          <p:nvPr/>
        </p:nvCxnSpPr>
        <p:spPr>
          <a:xfrm flipH="1">
            <a:off x="2628900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09937" y="1228725"/>
            <a:ext cx="4286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Organizes</a:t>
            </a:r>
          </a:p>
        </p:txBody>
      </p:sp>
      <p:cxnSp>
        <p:nvCxnSpPr>
          <p:cNvPr id="11" name="Connector 10"/>
          <p:cNvCxnSpPr>
            <a:stCxn id="2" idx="2"/>
            <a:endCxn id="4" idx="0"/>
          </p:cNvCxnSpPr>
          <p:nvPr/>
        </p:nvCxnSpPr>
        <p:spPr>
          <a:xfrm>
            <a:off x="3914775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95812" y="1228725"/>
            <a:ext cx="4286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Organizes</a:t>
            </a:r>
          </a:p>
        </p:txBody>
      </p:sp>
      <p:cxnSp>
        <p:nvCxnSpPr>
          <p:cNvPr id="13" name="Connector 12"/>
          <p:cNvCxnSpPr>
            <a:stCxn id="3" idx="2"/>
            <a:endCxn id="5" idx="0"/>
          </p:cNvCxnSpPr>
          <p:nvPr/>
        </p:nvCxnSpPr>
        <p:spPr>
          <a:xfrm flipH="1">
            <a:off x="1343025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024062" y="2314575"/>
            <a:ext cx="4286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Organizes</a:t>
            </a:r>
          </a:p>
        </p:txBody>
      </p:sp>
      <p:cxnSp>
        <p:nvCxnSpPr>
          <p:cNvPr id="15" name="Connector 14"/>
          <p:cNvCxnSpPr>
            <a:stCxn id="3" idx="2"/>
            <a:endCxn id="6" idx="0"/>
          </p:cNvCxnSpPr>
          <p:nvPr/>
        </p:nvCxnSpPr>
        <p:spPr>
          <a:xfrm>
            <a:off x="2628900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309937" y="2314575"/>
            <a:ext cx="4286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Organizes</a:t>
            </a:r>
          </a:p>
        </p:txBody>
      </p:sp>
      <p:cxnSp>
        <p:nvCxnSpPr>
          <p:cNvPr id="17" name="Connector 16"/>
          <p:cNvCxnSpPr>
            <a:stCxn id="4" idx="2"/>
            <a:endCxn id="7" idx="0"/>
          </p:cNvCxnSpPr>
          <p:nvPr/>
        </p:nvCxnSpPr>
        <p:spPr>
          <a:xfrm>
            <a:off x="5200650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881687" y="2314575"/>
            <a:ext cx="4286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Organizes</a:t>
            </a:r>
          </a:p>
        </p:txBody>
      </p:sp>
      <p:cxnSp>
        <p:nvCxnSpPr>
          <p:cNvPr id="19" name="Connector 18"/>
          <p:cNvCxnSpPr>
            <a:stCxn id="5" idx="2"/>
            <a:endCxn id="8" idx="0"/>
          </p:cNvCxnSpPr>
          <p:nvPr/>
        </p:nvCxnSpPr>
        <p:spPr>
          <a:xfrm>
            <a:off x="1343025" y="31813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67000" y="3400425"/>
            <a:ext cx="6762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Open/Read/Write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