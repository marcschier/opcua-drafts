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SchemaRegistryType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SchemaFileType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35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&lt;SchemaGroup&gt;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&lt;Schema&gt;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2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NamespaceUri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5275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GetSchema</a:t>
            </a:r>
          </a:p>
        </p:txBody>
      </p:sp>
      <p:cxnSp>
        <p:nvCxnSpPr>
          <p:cNvPr id="13" name="Connector 12"/>
          <p:cNvCxnSpPr>
            <a:stCxn id="2" idx="2"/>
            <a:endCxn id="5" idx="0"/>
          </p:cNvCxnSpPr>
          <p:nvPr/>
        </p:nvCxnSpPr>
        <p:spPr>
          <a:xfrm>
            <a:off x="1343025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67000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6" idx="0"/>
          </p:cNvCxnSpPr>
          <p:nvPr/>
        </p:nvCxnSpPr>
        <p:spPr>
          <a:xfrm>
            <a:off x="3914775" y="1009650"/>
            <a:ext cx="0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52875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7" name="Connector 16"/>
          <p:cNvCxnSpPr>
            <a:stCxn id="4" idx="2"/>
            <a:endCxn id="7" idx="0"/>
          </p:cNvCxnSpPr>
          <p:nvPr/>
        </p:nvCxnSpPr>
        <p:spPr>
          <a:xfrm flipH="1">
            <a:off x="3914775" y="1009650"/>
            <a:ext cx="2571750" cy="48958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8750" y="34004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5" idx="2"/>
            <a:endCxn id="8" idx="0"/>
          </p:cNvCxnSpPr>
          <p:nvPr/>
        </p:nvCxnSpPr>
        <p:spPr>
          <a:xfrm flipH="1">
            <a:off x="2628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5" idx="2"/>
            <a:endCxn id="12" idx="0"/>
          </p:cNvCxnSpPr>
          <p:nvPr/>
        </p:nvCxnSpPr>
        <p:spPr>
          <a:xfrm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2"/>
            <a:endCxn id="6" idx="0"/>
          </p:cNvCxnSpPr>
          <p:nvPr/>
        </p:nvCxnSpPr>
        <p:spPr>
          <a:xfrm>
            <a:off x="2628900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6" idx="2"/>
            <a:endCxn id="10" idx="0"/>
          </p:cNvCxnSpPr>
          <p:nvPr/>
        </p:nvCxnSpPr>
        <p:spPr>
          <a:xfrm>
            <a:off x="3914775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95812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6" idx="2"/>
            <a:endCxn id="9" idx="0"/>
          </p:cNvCxnSpPr>
          <p:nvPr/>
        </p:nvCxnSpPr>
        <p:spPr>
          <a:xfrm flipH="1">
            <a:off x="2628900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9" idx="2"/>
            <a:endCxn id="7" idx="0"/>
          </p:cNvCxnSpPr>
          <p:nvPr/>
        </p:nvCxnSpPr>
        <p:spPr>
          <a:xfrm>
            <a:off x="2628900" y="53530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7" idx="2"/>
            <a:endCxn id="11" idx="0"/>
          </p:cNvCxnSpPr>
          <p:nvPr/>
        </p:nvCxnSpPr>
        <p:spPr>
          <a:xfrm>
            <a:off x="3914775" y="64389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52875" y="66579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