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572250" cy="3581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6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Client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52525" y="857250"/>
            <a:ext cx="0" cy="2476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812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DeploymentType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86125" y="857250"/>
            <a:ext cx="0" cy="2476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148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InferenceJobType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19725" y="857250"/>
            <a:ext cx="0" cy="2476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2525" y="1047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52525" y="876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InvokeAsync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152525" y="1428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52525" y="1257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Job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52525" y="1809750"/>
            <a:ext cx="42672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52525" y="1638300"/>
            <a:ext cx="4267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Subscribe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152525" y="2190750"/>
            <a:ext cx="42672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52525" y="2019300"/>
            <a:ext cx="4267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Running, Progress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152525" y="2571750"/>
            <a:ext cx="42672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52525" y="2400300"/>
            <a:ext cx="4267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Halted, FinishReason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52525" y="2952750"/>
            <a:ext cx="42672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52525" y="2781300"/>
            <a:ext cx="4267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read ResponsePayload, ModelUsed, Usage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