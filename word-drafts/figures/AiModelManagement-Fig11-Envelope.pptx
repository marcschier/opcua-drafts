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6572250" cy="3581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47650" y="247650"/>
            <a:ext cx="1809750" cy="419100"/>
          </a:xfrm>
          <a:prstGeom prst="round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111111"/>
                </a:solidFill>
              </a:rPr>
              <a:t>Client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52525" y="857250"/>
            <a:ext cx="0" cy="2476500"/>
          </a:xfrm>
          <a:prstGeom prst="line">
            <a:avLst/>
          </a:prstGeom>
          <a:ln w="9525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2381250" y="247650"/>
            <a:ext cx="1809750" cy="419100"/>
          </a:xfrm>
          <a:prstGeom prst="round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111111"/>
                </a:solidFill>
              </a:rPr>
              <a:t>DeploymentType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286125" y="857250"/>
            <a:ext cx="0" cy="2476500"/>
          </a:xfrm>
          <a:prstGeom prst="line">
            <a:avLst/>
          </a:prstGeom>
          <a:ln w="9525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4514850" y="247650"/>
            <a:ext cx="1809750" cy="419100"/>
          </a:xfrm>
          <a:prstGeom prst="round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111111"/>
                </a:solidFill>
              </a:rPr>
              <a:t>ModelType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19725" y="857250"/>
            <a:ext cx="0" cy="2476500"/>
          </a:xfrm>
          <a:prstGeom prst="line">
            <a:avLst/>
          </a:prstGeom>
          <a:ln w="9525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152525" y="1047750"/>
            <a:ext cx="2133600" cy="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152525" y="876300"/>
            <a:ext cx="21336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111111"/>
                </a:solidFill>
              </a:rPr>
              <a:t>Invoke(Payload, ContentType, Parameters, Timeout)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286125" y="1428750"/>
            <a:ext cx="666750" cy="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286125" y="1257300"/>
            <a:ext cx="1143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111111"/>
                </a:solidFill>
              </a:rPr>
              <a:t>reject any unsupported Parameter (7.3)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1152525" y="1809750"/>
            <a:ext cx="2133600" cy="0"/>
          </a:xfrm>
          <a:prstGeom prst="line">
            <a:avLst/>
          </a:prstGeom>
          <a:ln w="12700">
            <a:solidFill>
              <a:srgbClr val="44444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152525" y="1638300"/>
            <a:ext cx="21336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111111"/>
                </a:solidFill>
              </a:rPr>
              <a:t>ResponsePayload + ResponseContentType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1152525" y="2190750"/>
            <a:ext cx="2133600" cy="0"/>
          </a:xfrm>
          <a:prstGeom prst="line">
            <a:avLst/>
          </a:prstGeom>
          <a:ln w="12700">
            <a:solidFill>
              <a:srgbClr val="44444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152525" y="2019300"/>
            <a:ext cx="21336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111111"/>
                </a:solidFill>
              </a:rPr>
              <a:t>ModelUsed, Usage, FinishReason</a:t>
            </a:r>
          </a:p>
        </p:txBody>
      </p:sp>
      <p:cxnSp>
        <p:nvCxnSpPr>
          <p:cNvPr id="16" name="Connector 15"/>
          <p:cNvCxnSpPr/>
          <p:nvPr/>
        </p:nvCxnSpPr>
        <p:spPr>
          <a:xfrm flipH="1">
            <a:off x="1152525" y="2571750"/>
            <a:ext cx="2133600" cy="0"/>
          </a:xfrm>
          <a:prstGeom prst="line">
            <a:avLst/>
          </a:prstGeom>
          <a:ln w="12700">
            <a:solidFill>
              <a:srgbClr val="44444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152525" y="2400300"/>
            <a:ext cx="21336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111111"/>
                </a:solidFill>
              </a:rPr>
              <a:t>SafetyAssessment, RetryAfter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152525" y="2952750"/>
            <a:ext cx="4267200" cy="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152525" y="2781300"/>
            <a:ext cx="42672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111111"/>
                </a:solidFill>
              </a:rPr>
              <a:t>browse ModelUsed for Digest (11.1)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/>
  <cp:revision>1</cp:revision>
  <dcterms:created xsi:type="dcterms:W3CDTF">2026-01-01T00:00:00Z</dcterms:created>
  <dcterms:modified xsi:type="dcterms:W3CDTF">2026-01-01T00:00:00Z</dcterms:modified>
  <cp:category/>
</cp:coreProperties>
</file>