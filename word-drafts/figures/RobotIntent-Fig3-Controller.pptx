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IntentControllerType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Frames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Locations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34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06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ActiveIntent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11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RequestControl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290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SubmitIntent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34650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CancelIntent</a:t>
            </a:r>
          </a:p>
        </p:txBody>
      </p:sp>
      <p:cxnSp>
        <p:nvCxnSpPr>
          <p:cNvPr id="13" name="Connector 12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2" idx="2"/>
            <a:endCxn id="4" idx="0"/>
          </p:cNvCxnSpPr>
          <p:nvPr/>
        </p:nvCxnSpPr>
        <p:spPr>
          <a:xfrm flipH="1">
            <a:off x="391477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2" idx="2"/>
            <a:endCxn id="5" idx="0"/>
          </p:cNvCxnSpPr>
          <p:nvPr/>
        </p:nvCxnSpPr>
        <p:spPr>
          <a:xfrm flipH="1"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2" idx="2"/>
            <a:endCxn id="6" idx="0"/>
          </p:cNvCxnSpPr>
          <p:nvPr/>
        </p:nvCxnSpPr>
        <p:spPr>
          <a:xfrm>
            <a:off x="77724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2" idx="2"/>
            <a:endCxn id="7" idx="0"/>
          </p:cNvCxnSpPr>
          <p:nvPr/>
        </p:nvCxnSpPr>
        <p:spPr>
          <a:xfrm>
            <a:off x="77724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2" idx="2"/>
            <a:endCxn id="8" idx="0"/>
          </p:cNvCxnSpPr>
          <p:nvPr/>
        </p:nvCxnSpPr>
        <p:spPr>
          <a:xfrm>
            <a:off x="7772400" y="100965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2" idx="2"/>
            <a:endCxn id="9" idx="0"/>
          </p:cNvCxnSpPr>
          <p:nvPr/>
        </p:nvCxnSpPr>
        <p:spPr>
          <a:xfrm flipH="1">
            <a:off x="3914775" y="1009650"/>
            <a:ext cx="385762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2" idx="2"/>
            <a:endCxn id="10" idx="0"/>
          </p:cNvCxnSpPr>
          <p:nvPr/>
        </p:nvCxnSpPr>
        <p:spPr>
          <a:xfrm flipH="1">
            <a:off x="6486525" y="100965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2" idx="2"/>
            <a:endCxn id="11" idx="0"/>
          </p:cNvCxnSpPr>
          <p:nvPr/>
        </p:nvCxnSpPr>
        <p:spPr>
          <a:xfrm>
            <a:off x="7772400" y="100965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2" idx="2"/>
            <a:endCxn id="12" idx="0"/>
          </p:cNvCxnSpPr>
          <p:nvPr/>
        </p:nvCxnSpPr>
        <p:spPr>
          <a:xfrm>
            <a:off x="7772400" y="1009650"/>
            <a:ext cx="385762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