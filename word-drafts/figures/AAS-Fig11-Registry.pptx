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82955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476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RegistryType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28194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GroupType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911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ResourceType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194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AASRegistryType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19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AASShellGroupType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2819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  <a:effectLst>
            <a:outerShdw blurRad="0" dist="38100" dir="2700000" algn="tl" rotWithShape="0">
              <a:srgbClr val="BFBFB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AASSubmodelFileType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&lt;ShellGroup&gt;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247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&lt;Submodel&gt;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19400" y="264795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LookupShellsByAssetLink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1150" y="264795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GetSubmodel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9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AasIdentifier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19400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SubmodelIdentifier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11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  <a:latin typeface="Arial"/>
              </a:rPr>
              <a:t>AssetKind</a:t>
            </a:r>
          </a:p>
        </p:txBody>
      </p:sp>
      <p:cxnSp>
        <p:nvCxnSpPr>
          <p:cNvPr id="15" name="Connector 14"/>
          <p:cNvCxnSpPr>
            <a:stCxn id="2" idx="2"/>
            <a:endCxn id="5" idx="0"/>
          </p:cNvCxnSpPr>
          <p:nvPr/>
        </p:nvCxnSpPr>
        <p:spPr>
          <a:xfrm>
            <a:off x="1343025" y="100965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67000" y="122872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17" name="Connector 16"/>
          <p:cNvCxnSpPr>
            <a:stCxn id="3" idx="2"/>
            <a:endCxn id="6" idx="0"/>
          </p:cNvCxnSpPr>
          <p:nvPr/>
        </p:nvCxnSpPr>
        <p:spPr>
          <a:xfrm>
            <a:off x="3914775" y="1009650"/>
            <a:ext cx="0" cy="27241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52875" y="231457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19" name="Connector 18"/>
          <p:cNvCxnSpPr>
            <a:stCxn id="4" idx="2"/>
            <a:endCxn id="7" idx="0"/>
          </p:cNvCxnSpPr>
          <p:nvPr/>
        </p:nvCxnSpPr>
        <p:spPr>
          <a:xfrm flipH="1">
            <a:off x="3914775" y="1009650"/>
            <a:ext cx="2571750" cy="48958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38750" y="340042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21" name="Connector 20"/>
          <p:cNvCxnSpPr>
            <a:stCxn id="5" idx="2"/>
            <a:endCxn id="8" idx="0"/>
          </p:cNvCxnSpPr>
          <p:nvPr/>
        </p:nvCxnSpPr>
        <p:spPr>
          <a:xfrm flipH="1">
            <a:off x="1343025" y="20955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667000" y="2314575"/>
            <a:ext cx="4286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Organizes</a:t>
            </a:r>
          </a:p>
        </p:txBody>
      </p:sp>
      <p:cxnSp>
        <p:nvCxnSpPr>
          <p:cNvPr id="23" name="Connector 22"/>
          <p:cNvCxnSpPr>
            <a:stCxn id="5" idx="2"/>
            <a:endCxn id="10" idx="0"/>
          </p:cNvCxnSpPr>
          <p:nvPr/>
        </p:nvCxnSpPr>
        <p:spPr>
          <a:xfrm>
            <a:off x="3914775" y="2095500"/>
            <a:ext cx="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952875" y="2457450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25" name="Connector 24"/>
          <p:cNvCxnSpPr>
            <a:stCxn id="5" idx="2"/>
            <a:endCxn id="11" idx="0"/>
          </p:cNvCxnSpPr>
          <p:nvPr/>
        </p:nvCxnSpPr>
        <p:spPr>
          <a:xfrm>
            <a:off x="3914775" y="20955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238750" y="23145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27" name="Connector 26"/>
          <p:cNvCxnSpPr>
            <a:stCxn id="8" idx="2"/>
            <a:endCxn id="6" idx="0"/>
          </p:cNvCxnSpPr>
          <p:nvPr/>
        </p:nvCxnSpPr>
        <p:spPr>
          <a:xfrm>
            <a:off x="1343025" y="318135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6" idx="2"/>
            <a:endCxn id="9" idx="0"/>
          </p:cNvCxnSpPr>
          <p:nvPr/>
        </p:nvCxnSpPr>
        <p:spPr>
          <a:xfrm flipH="1">
            <a:off x="1343025" y="42672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667000" y="4486275"/>
            <a:ext cx="4286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Organizes</a:t>
            </a:r>
          </a:p>
        </p:txBody>
      </p:sp>
      <p:cxnSp>
        <p:nvCxnSpPr>
          <p:cNvPr id="30" name="Connector 29"/>
          <p:cNvCxnSpPr>
            <a:stCxn id="9" idx="2"/>
            <a:endCxn id="7" idx="0"/>
          </p:cNvCxnSpPr>
          <p:nvPr/>
        </p:nvCxnSpPr>
        <p:spPr>
          <a:xfrm>
            <a:off x="1343025" y="535305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6" idx="2"/>
            <a:endCxn id="12" idx="0"/>
          </p:cNvCxnSpPr>
          <p:nvPr/>
        </p:nvCxnSpPr>
        <p:spPr>
          <a:xfrm>
            <a:off x="3914775" y="4267200"/>
            <a:ext cx="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952875" y="44862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33" name="Connector 32"/>
          <p:cNvCxnSpPr>
            <a:stCxn id="6" idx="2"/>
            <a:endCxn id="14" idx="0"/>
          </p:cNvCxnSpPr>
          <p:nvPr/>
        </p:nvCxnSpPr>
        <p:spPr>
          <a:xfrm>
            <a:off x="3914775" y="4267200"/>
            <a:ext cx="257175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238750" y="44862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  <p:cxnSp>
        <p:nvCxnSpPr>
          <p:cNvPr id="35" name="Connector 34"/>
          <p:cNvCxnSpPr>
            <a:stCxn id="7" idx="2"/>
            <a:endCxn id="13" idx="0"/>
          </p:cNvCxnSpPr>
          <p:nvPr/>
        </p:nvCxnSpPr>
        <p:spPr>
          <a:xfrm>
            <a:off x="3914775" y="6438900"/>
            <a:ext cx="0" cy="552450"/>
          </a:xfrm>
          <a:prstGeom prst="bentConnector3">
            <a:avLst/>
          </a:prstGeom>
          <a:ln w="12700">
            <a:solidFill>
              <a:srgbClr val="444444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952875" y="665797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HasProperty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