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AASRegistryType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AASShellGroupType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527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AASEnvironmentFileType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&lt;ShellGroup&gt;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35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&lt;Submodel&gt;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&lt;Environment&gt;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11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LookupShellsByAssetLink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290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GetSubmodel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2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AasIdentifier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27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SubmodelIdentifier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AssetKind</a:t>
            </a:r>
          </a:p>
        </p:txBody>
      </p:sp>
      <p:cxnSp>
        <p:nvCxnSpPr>
          <p:cNvPr id="17" name="Connector 16"/>
          <p:cNvCxnSpPr>
            <a:stCxn id="2" idx="2"/>
            <a:endCxn id="5" idx="0"/>
          </p:cNvCxnSpPr>
          <p:nvPr/>
        </p:nvCxnSpPr>
        <p:spPr>
          <a:xfrm>
            <a:off x="2628900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3" idx="2"/>
            <a:endCxn id="6" idx="0"/>
          </p:cNvCxnSpPr>
          <p:nvPr/>
        </p:nvCxnSpPr>
        <p:spPr>
          <a:xfrm flipH="1">
            <a:off x="3914775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9581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4" idx="2"/>
            <a:endCxn id="7" idx="0"/>
          </p:cNvCxnSpPr>
          <p:nvPr/>
        </p:nvCxnSpPr>
        <p:spPr>
          <a:xfrm flipH="1">
            <a:off x="5200650" y="1009650"/>
            <a:ext cx="2571750" cy="48958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24625" y="34004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3" name="Connector 22"/>
          <p:cNvCxnSpPr>
            <a:stCxn id="4" idx="2"/>
            <a:endCxn id="8" idx="0"/>
          </p:cNvCxnSpPr>
          <p:nvPr/>
        </p:nvCxnSpPr>
        <p:spPr>
          <a:xfrm flipH="1">
            <a:off x="6486525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6756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5" name="Connector 24"/>
          <p:cNvCxnSpPr>
            <a:stCxn id="5" idx="2"/>
            <a:endCxn id="9" idx="0"/>
          </p:cNvCxnSpPr>
          <p:nvPr/>
        </p:nvCxnSpPr>
        <p:spPr>
          <a:xfrm flipH="1">
            <a:off x="13430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09937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7" name="Connector 26"/>
          <p:cNvCxnSpPr>
            <a:stCxn id="5" idx="2"/>
            <a:endCxn id="11" idx="0"/>
          </p:cNvCxnSpPr>
          <p:nvPr/>
        </p:nvCxnSpPr>
        <p:spPr>
          <a:xfrm flipH="1"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95812" y="2457450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29" name="Connector 28"/>
          <p:cNvCxnSpPr>
            <a:stCxn id="5" idx="2"/>
            <a:endCxn id="12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81687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1" name="Connector 30"/>
          <p:cNvCxnSpPr>
            <a:stCxn id="5" idx="2"/>
            <a:endCxn id="13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67562" y="2457450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3" name="Connector 32"/>
          <p:cNvCxnSpPr>
            <a:stCxn id="9" idx="2"/>
            <a:endCxn id="6" idx="0"/>
          </p:cNvCxnSpPr>
          <p:nvPr/>
        </p:nvCxnSpPr>
        <p:spPr>
          <a:xfrm>
            <a:off x="1343025" y="31813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6" idx="2"/>
            <a:endCxn id="10" idx="0"/>
          </p:cNvCxnSpPr>
          <p:nvPr/>
        </p:nvCxnSpPr>
        <p:spPr>
          <a:xfrm flipH="1">
            <a:off x="2628900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9937" y="44862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36" name="Connector 35"/>
          <p:cNvCxnSpPr>
            <a:stCxn id="10" idx="2"/>
            <a:endCxn id="7" idx="0"/>
          </p:cNvCxnSpPr>
          <p:nvPr/>
        </p:nvCxnSpPr>
        <p:spPr>
          <a:xfrm>
            <a:off x="2628900" y="53530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1" idx="2"/>
            <a:endCxn id="8" idx="0"/>
          </p:cNvCxnSpPr>
          <p:nvPr/>
        </p:nvCxnSpPr>
        <p:spPr>
          <a:xfrm>
            <a:off x="3914775" y="31813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6" idx="2"/>
            <a:endCxn id="14" idx="0"/>
          </p:cNvCxnSpPr>
          <p:nvPr/>
        </p:nvCxnSpPr>
        <p:spPr>
          <a:xfrm>
            <a:off x="3914775" y="42672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95812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0" name="Connector 39"/>
          <p:cNvCxnSpPr>
            <a:stCxn id="6" idx="2"/>
            <a:endCxn id="16" idx="0"/>
          </p:cNvCxnSpPr>
          <p:nvPr/>
        </p:nvCxnSpPr>
        <p:spPr>
          <a:xfrm>
            <a:off x="3914775" y="42672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81687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2" name="Connector 41"/>
          <p:cNvCxnSpPr>
            <a:stCxn id="7" idx="2"/>
            <a:endCxn id="15" idx="0"/>
          </p:cNvCxnSpPr>
          <p:nvPr/>
        </p:nvCxnSpPr>
        <p:spPr>
          <a:xfrm>
            <a:off x="5200650" y="64389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38750" y="66579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