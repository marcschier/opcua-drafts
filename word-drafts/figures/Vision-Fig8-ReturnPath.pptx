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705850" cy="5867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Operator / HMI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4762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Client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4762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8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OPC UA Server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9725" y="857250"/>
            <a:ext cx="0" cy="4762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6484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LearningJobType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53325" y="857250"/>
            <a:ext cx="0" cy="4762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47650" y="904875"/>
            <a:ext cx="82105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forward direction, clauses 6 to 8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286125" y="142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86125" y="125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result published (verdict, detections)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1525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525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rendered for a human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7650" y="2047875"/>
            <a:ext cx="82105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return path, this clause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52525" y="2571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52525" y="2400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disagrees with the verdict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86125" y="2952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286125" y="2781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SubmitDetections(Purpose = Overlay)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152525" y="3333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52525" y="3162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boxes drawn on the live stream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86125" y="3714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86125" y="3543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SubmitInspectionResult(Purpose = Reconciliation)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286125" y="4095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86125" y="3924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Good (recorded against the result)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86125" y="4476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86125" y="4305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SubmitCorrection(Purpose = GroundTruthLabel)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19725" y="485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19725" y="468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retained as a labelled sample (12.7)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286125" y="523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286125" y="506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Good, or Bad_NotSupported if it will not retain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