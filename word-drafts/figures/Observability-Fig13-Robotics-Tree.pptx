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6686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ExampleRobotSystem : MotionDeviceSystemType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Robotics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ObservabilityBindingGroup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registry i=60101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AxisActualPosition :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MotorTemperature : Telemetry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SpeedOverride :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ControllerTemperature : Telemetry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CabinetFanSpeed :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CPUFanSpeed : 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Logs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Event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EventType :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Event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Time : Event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Severity : 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Message :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Traces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Traces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7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11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Time : 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629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Severity :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34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Message : 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06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service.name : Dimension</a:t>
            </a:r>
          </a:p>
        </p:txBody>
      </p:sp>
      <p:cxnSp>
        <p:nvCxnSpPr>
          <p:cNvPr id="26" name="Connector 25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3" idx="2"/>
            <a:endCxn id="4" idx="0"/>
          </p:cNvCxnSpPr>
          <p:nvPr/>
        </p:nvCxnSpPr>
        <p:spPr>
          <a:xfrm flipH="1">
            <a:off x="3914775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8168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29" name="Connector 28"/>
          <p:cNvCxnSpPr>
            <a:stCxn id="3" idx="2"/>
            <a:endCxn id="5" idx="0"/>
          </p:cNvCxnSpPr>
          <p:nvPr/>
        </p:nvCxnSpPr>
        <p:spPr>
          <a:xfrm flipH="1">
            <a:off x="64865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5" idx="2"/>
            <a:endCxn id="6" idx="0"/>
          </p:cNvCxnSpPr>
          <p:nvPr/>
        </p:nvCxnSpPr>
        <p:spPr>
          <a:xfrm flipH="1">
            <a:off x="13430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5" idx="2"/>
            <a:endCxn id="7" idx="0"/>
          </p:cNvCxnSpPr>
          <p:nvPr/>
        </p:nvCxnSpPr>
        <p:spPr>
          <a:xfrm flipH="1"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5" idx="2"/>
            <a:endCxn id="8" idx="0"/>
          </p:cNvCxnSpPr>
          <p:nvPr/>
        </p:nvCxnSpPr>
        <p:spPr>
          <a:xfrm>
            <a:off x="64865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5" idx="2"/>
            <a:endCxn id="9" idx="0"/>
          </p:cNvCxnSpPr>
          <p:nvPr/>
        </p:nvCxnSpPr>
        <p:spPr>
          <a:xfrm>
            <a:off x="64865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5" idx="2"/>
            <a:endCxn id="10" idx="0"/>
          </p:cNvCxnSpPr>
          <p:nvPr/>
        </p:nvCxnSpPr>
        <p:spPr>
          <a:xfrm>
            <a:off x="64865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5" idx="2"/>
            <a:endCxn id="11" idx="0"/>
          </p:cNvCxnSpPr>
          <p:nvPr/>
        </p:nvCxnSpPr>
        <p:spPr>
          <a:xfrm>
            <a:off x="6486525" y="3181350"/>
            <a:ext cx="77152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3" idx="2"/>
            <a:endCxn id="12" idx="0"/>
          </p:cNvCxnSpPr>
          <p:nvPr/>
        </p:nvCxnSpPr>
        <p:spPr>
          <a:xfrm>
            <a:off x="77724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2" idx="2"/>
            <a:endCxn id="13" idx="0"/>
          </p:cNvCxnSpPr>
          <p:nvPr/>
        </p:nvCxnSpPr>
        <p:spPr>
          <a:xfrm flipH="1">
            <a:off x="1343025" y="3181350"/>
            <a:ext cx="77152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2" idx="2"/>
            <a:endCxn id="14" idx="0"/>
          </p:cNvCxnSpPr>
          <p:nvPr/>
        </p:nvCxnSpPr>
        <p:spPr>
          <a:xfrm flipH="1">
            <a:off x="3914775" y="31813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12" idx="2"/>
            <a:endCxn id="15" idx="0"/>
          </p:cNvCxnSpPr>
          <p:nvPr/>
        </p:nvCxnSpPr>
        <p:spPr>
          <a:xfrm flipH="1">
            <a:off x="6486525" y="31813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2" idx="2"/>
            <a:endCxn id="16" idx="0"/>
          </p:cNvCxnSpPr>
          <p:nvPr/>
        </p:nvCxnSpPr>
        <p:spPr>
          <a:xfrm>
            <a:off x="9058275" y="31813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12" idx="2"/>
            <a:endCxn id="17" idx="0"/>
          </p:cNvCxnSpPr>
          <p:nvPr/>
        </p:nvCxnSpPr>
        <p:spPr>
          <a:xfrm>
            <a:off x="9058275" y="31813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12" idx="2"/>
            <a:endCxn id="18" idx="0"/>
          </p:cNvCxnSpPr>
          <p:nvPr/>
        </p:nvCxnSpPr>
        <p:spPr>
          <a:xfrm>
            <a:off x="9058275" y="31813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3" idx="2"/>
            <a:endCxn id="19" idx="0"/>
          </p:cNvCxnSpPr>
          <p:nvPr/>
        </p:nvCxnSpPr>
        <p:spPr>
          <a:xfrm>
            <a:off x="7772400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9" idx="2"/>
            <a:endCxn id="20" idx="0"/>
          </p:cNvCxnSpPr>
          <p:nvPr/>
        </p:nvCxnSpPr>
        <p:spPr>
          <a:xfrm flipH="1">
            <a:off x="1343025" y="3181350"/>
            <a:ext cx="1028700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9" idx="2"/>
            <a:endCxn id="21" idx="0"/>
          </p:cNvCxnSpPr>
          <p:nvPr/>
        </p:nvCxnSpPr>
        <p:spPr>
          <a:xfrm flipH="1">
            <a:off x="3914775" y="3181350"/>
            <a:ext cx="77152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19" idx="2"/>
            <a:endCxn id="22" idx="0"/>
          </p:cNvCxnSpPr>
          <p:nvPr/>
        </p:nvCxnSpPr>
        <p:spPr>
          <a:xfrm flipH="1">
            <a:off x="6486525" y="3181350"/>
            <a:ext cx="514350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9" idx="2"/>
            <a:endCxn id="23" idx="0"/>
          </p:cNvCxnSpPr>
          <p:nvPr/>
        </p:nvCxnSpPr>
        <p:spPr>
          <a:xfrm flipH="1">
            <a:off x="9058275" y="318135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9" idx="2"/>
            <a:endCxn id="24" idx="0"/>
          </p:cNvCxnSpPr>
          <p:nvPr/>
        </p:nvCxnSpPr>
        <p:spPr>
          <a:xfrm>
            <a:off x="11630025" y="318135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9" idx="2"/>
            <a:endCxn id="25" idx="0"/>
          </p:cNvCxnSpPr>
          <p:nvPr/>
        </p:nvCxnSpPr>
        <p:spPr>
          <a:xfrm>
            <a:off x="11630025" y="318135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