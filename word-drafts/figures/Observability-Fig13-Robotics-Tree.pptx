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544800" cy="66865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702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ExampleRobotSystem : MotionDeviceSystemType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70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Robotics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ObservabilityBindingGroup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 registry i=60101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247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AxisActualPosition :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2819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MotorTemperature : Telemetry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11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SpeedOverride : 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79629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ControllerTemperature : Telemetry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34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CabinetFanSpeed : Telemetry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106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CPUFanSpeed : Telemetry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Logs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Logs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7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EventId : Event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19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EventType : Event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11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SourceName : Event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29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Time : Event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34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Severity : Event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06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Message : Event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34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Traces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Traces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7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EventId : Event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19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SourceName : Event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11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Time : Event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629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Severity : Event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34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Message : Event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106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service.name : Dimension</a:t>
            </a:r>
          </a:p>
        </p:txBody>
      </p:sp>
      <p:cxnSp>
        <p:nvCxnSpPr>
          <p:cNvPr id="26" name="Connector 25"/>
          <p:cNvCxnSpPr>
            <a:stCxn id="2" idx="2"/>
            <a:endCxn id="3" idx="0"/>
          </p:cNvCxnSpPr>
          <p:nvPr/>
        </p:nvCxnSpPr>
        <p:spPr>
          <a:xfrm>
            <a:off x="7772400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3" idx="2"/>
            <a:endCxn id="4" idx="0"/>
          </p:cNvCxnSpPr>
          <p:nvPr/>
        </p:nvCxnSpPr>
        <p:spPr>
          <a:xfrm flipH="1">
            <a:off x="3914775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881687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CollectedBy</a:t>
            </a:r>
          </a:p>
        </p:txBody>
      </p:sp>
      <p:cxnSp>
        <p:nvCxnSpPr>
          <p:cNvPr id="29" name="Connector 28"/>
          <p:cNvCxnSpPr>
            <a:stCxn id="3" idx="2"/>
            <a:endCxn id="5" idx="0"/>
          </p:cNvCxnSpPr>
          <p:nvPr/>
        </p:nvCxnSpPr>
        <p:spPr>
          <a:xfrm flipH="1">
            <a:off x="6486525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5" idx="2"/>
            <a:endCxn id="6" idx="0"/>
          </p:cNvCxnSpPr>
          <p:nvPr/>
        </p:nvCxnSpPr>
        <p:spPr>
          <a:xfrm flipH="1">
            <a:off x="1343025" y="31813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5" idx="2"/>
            <a:endCxn id="7" idx="0"/>
          </p:cNvCxnSpPr>
          <p:nvPr/>
        </p:nvCxnSpPr>
        <p:spPr>
          <a:xfrm flipH="1">
            <a:off x="391477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5" idx="2"/>
            <a:endCxn id="8" idx="0"/>
          </p:cNvCxnSpPr>
          <p:nvPr/>
        </p:nvCxnSpPr>
        <p:spPr>
          <a:xfrm>
            <a:off x="648652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5" idx="2"/>
            <a:endCxn id="9" idx="0"/>
          </p:cNvCxnSpPr>
          <p:nvPr/>
        </p:nvCxnSpPr>
        <p:spPr>
          <a:xfrm>
            <a:off x="648652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5" idx="2"/>
            <a:endCxn id="10" idx="0"/>
          </p:cNvCxnSpPr>
          <p:nvPr/>
        </p:nvCxnSpPr>
        <p:spPr>
          <a:xfrm>
            <a:off x="6486525" y="31813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5" idx="2"/>
            <a:endCxn id="11" idx="0"/>
          </p:cNvCxnSpPr>
          <p:nvPr/>
        </p:nvCxnSpPr>
        <p:spPr>
          <a:xfrm>
            <a:off x="6486525" y="3181350"/>
            <a:ext cx="77152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" idx="2"/>
            <a:endCxn id="12" idx="0"/>
          </p:cNvCxnSpPr>
          <p:nvPr/>
        </p:nvCxnSpPr>
        <p:spPr>
          <a:xfrm>
            <a:off x="7772400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2" idx="2"/>
            <a:endCxn id="13" idx="0"/>
          </p:cNvCxnSpPr>
          <p:nvPr/>
        </p:nvCxnSpPr>
        <p:spPr>
          <a:xfrm flipH="1">
            <a:off x="1343025" y="3181350"/>
            <a:ext cx="771525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12" idx="2"/>
            <a:endCxn id="14" idx="0"/>
          </p:cNvCxnSpPr>
          <p:nvPr/>
        </p:nvCxnSpPr>
        <p:spPr>
          <a:xfrm flipH="1">
            <a:off x="3914775" y="3181350"/>
            <a:ext cx="51435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2" idx="2"/>
            <a:endCxn id="15" idx="0"/>
          </p:cNvCxnSpPr>
          <p:nvPr/>
        </p:nvCxnSpPr>
        <p:spPr>
          <a:xfrm flipH="1">
            <a:off x="6486525" y="3181350"/>
            <a:ext cx="257175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12" idx="2"/>
            <a:endCxn id="16" idx="0"/>
          </p:cNvCxnSpPr>
          <p:nvPr/>
        </p:nvCxnSpPr>
        <p:spPr>
          <a:xfrm>
            <a:off x="9058275" y="318135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12" idx="2"/>
            <a:endCxn id="17" idx="0"/>
          </p:cNvCxnSpPr>
          <p:nvPr/>
        </p:nvCxnSpPr>
        <p:spPr>
          <a:xfrm>
            <a:off x="9058275" y="3181350"/>
            <a:ext cx="257175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12" idx="2"/>
            <a:endCxn id="18" idx="0"/>
          </p:cNvCxnSpPr>
          <p:nvPr/>
        </p:nvCxnSpPr>
        <p:spPr>
          <a:xfrm>
            <a:off x="9058275" y="3181350"/>
            <a:ext cx="51435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" idx="2"/>
            <a:endCxn id="19" idx="0"/>
          </p:cNvCxnSpPr>
          <p:nvPr/>
        </p:nvCxnSpPr>
        <p:spPr>
          <a:xfrm>
            <a:off x="7772400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19" idx="2"/>
            <a:endCxn id="20" idx="0"/>
          </p:cNvCxnSpPr>
          <p:nvPr/>
        </p:nvCxnSpPr>
        <p:spPr>
          <a:xfrm flipH="1">
            <a:off x="1343025" y="3181350"/>
            <a:ext cx="1028700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19" idx="2"/>
            <a:endCxn id="21" idx="0"/>
          </p:cNvCxnSpPr>
          <p:nvPr/>
        </p:nvCxnSpPr>
        <p:spPr>
          <a:xfrm flipH="1">
            <a:off x="3914775" y="3181350"/>
            <a:ext cx="771525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19" idx="2"/>
            <a:endCxn id="22" idx="0"/>
          </p:cNvCxnSpPr>
          <p:nvPr/>
        </p:nvCxnSpPr>
        <p:spPr>
          <a:xfrm flipH="1">
            <a:off x="6486525" y="3181350"/>
            <a:ext cx="514350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19" idx="2"/>
            <a:endCxn id="23" idx="0"/>
          </p:cNvCxnSpPr>
          <p:nvPr/>
        </p:nvCxnSpPr>
        <p:spPr>
          <a:xfrm flipH="1">
            <a:off x="9058275" y="3181350"/>
            <a:ext cx="257175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19" idx="2"/>
            <a:endCxn id="24" idx="0"/>
          </p:cNvCxnSpPr>
          <p:nvPr/>
        </p:nvCxnSpPr>
        <p:spPr>
          <a:xfrm>
            <a:off x="11630025" y="3181350"/>
            <a:ext cx="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19" idx="2"/>
            <a:endCxn id="25" idx="0"/>
          </p:cNvCxnSpPr>
          <p:nvPr/>
        </p:nvCxnSpPr>
        <p:spPr>
          <a:xfrm>
            <a:off x="11630025" y="3181350"/>
            <a:ext cx="2571750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