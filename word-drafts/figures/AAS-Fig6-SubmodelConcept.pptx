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56007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i="1">
                <a:solidFill>
                  <a:srgbClr val="111111"/>
                </a:solidFill>
                <a:latin typeface="Arial"/>
              </a:rPr>
              <a:t>AASIdentifiableType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911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AASSubmodelType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629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AASConceptDescriptionType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&lt;SubmodelElement&gt;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70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i="1">
                <a:solidFill>
                  <a:srgbClr val="111111"/>
                </a:solidFill>
                <a:latin typeface="Arial"/>
              </a:rPr>
              <a:t>AASSubmodelElementType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Kind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SemanticId</a:t>
            </a:r>
          </a:p>
        </p:txBody>
      </p:sp>
      <p:sp>
        <p:nvSpPr>
          <p:cNvPr id="9" name="Rectangle 8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SupplementalSemanticIds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Qualifiers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06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EmbeddedDataSpecifications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70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IsCaseOf</a:t>
            </a:r>
          </a:p>
        </p:txBody>
      </p:sp>
      <p:cxnSp>
        <p:nvCxnSpPr>
          <p:cNvPr id="13" name="Connector 12"/>
          <p:cNvCxnSpPr>
            <a:stCxn id="2" idx="2"/>
            <a:endCxn id="3" idx="0"/>
          </p:cNvCxnSpPr>
          <p:nvPr/>
        </p:nvCxnSpPr>
        <p:spPr>
          <a:xfrm flipH="1">
            <a:off x="6486525" y="1009650"/>
            <a:ext cx="12858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67562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5" name="Connector 14"/>
          <p:cNvCxnSpPr>
            <a:stCxn id="2" idx="2"/>
            <a:endCxn id="4" idx="0"/>
          </p:cNvCxnSpPr>
          <p:nvPr/>
        </p:nvCxnSpPr>
        <p:spPr>
          <a:xfrm>
            <a:off x="7772400" y="1009650"/>
            <a:ext cx="12858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53437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7" name="Connector 16"/>
          <p:cNvCxnSpPr>
            <a:stCxn id="3" idx="2"/>
            <a:endCxn id="5" idx="0"/>
          </p:cNvCxnSpPr>
          <p:nvPr/>
        </p:nvCxnSpPr>
        <p:spPr>
          <a:xfrm flipH="1">
            <a:off x="1343025" y="2095500"/>
            <a:ext cx="514350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52875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9" name="Connector 18"/>
          <p:cNvCxnSpPr>
            <a:stCxn id="5" idx="2"/>
            <a:endCxn id="6" idx="0"/>
          </p:cNvCxnSpPr>
          <p:nvPr/>
        </p:nvCxnSpPr>
        <p:spPr>
          <a:xfrm>
            <a:off x="1343025" y="3181350"/>
            <a:ext cx="64293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3" idx="2"/>
            <a:endCxn id="7" idx="0"/>
          </p:cNvCxnSpPr>
          <p:nvPr/>
        </p:nvCxnSpPr>
        <p:spPr>
          <a:xfrm flipH="1">
            <a:off x="391477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238750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2" name="Connector 21"/>
          <p:cNvCxnSpPr>
            <a:stCxn id="3" idx="2"/>
            <a:endCxn id="8" idx="0"/>
          </p:cNvCxnSpPr>
          <p:nvPr/>
        </p:nvCxnSpPr>
        <p:spPr>
          <a:xfrm>
            <a:off x="6486525" y="209550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2462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4" name="Connector 23"/>
          <p:cNvCxnSpPr>
            <a:stCxn id="3" idx="2"/>
            <a:endCxn id="9" idx="0"/>
          </p:cNvCxnSpPr>
          <p:nvPr/>
        </p:nvCxnSpPr>
        <p:spPr>
          <a:xfrm>
            <a:off x="648652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810500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6" name="Connector 25"/>
          <p:cNvCxnSpPr>
            <a:stCxn id="3" idx="2"/>
            <a:endCxn id="10" idx="0"/>
          </p:cNvCxnSpPr>
          <p:nvPr/>
        </p:nvCxnSpPr>
        <p:spPr>
          <a:xfrm>
            <a:off x="6486525" y="2095500"/>
            <a:ext cx="514350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09637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8" name="Connector 27"/>
          <p:cNvCxnSpPr>
            <a:stCxn id="3" idx="2"/>
            <a:endCxn id="11" idx="0"/>
          </p:cNvCxnSpPr>
          <p:nvPr/>
        </p:nvCxnSpPr>
        <p:spPr>
          <a:xfrm>
            <a:off x="6486525" y="2095500"/>
            <a:ext cx="77152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382250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30" name="Connector 29"/>
          <p:cNvCxnSpPr>
            <a:stCxn id="4" idx="2"/>
            <a:endCxn id="12" idx="0"/>
          </p:cNvCxnSpPr>
          <p:nvPr/>
        </p:nvCxnSpPr>
        <p:spPr>
          <a:xfrm flipH="1">
            <a:off x="7772400" y="2095500"/>
            <a:ext cx="12858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53437" y="328612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