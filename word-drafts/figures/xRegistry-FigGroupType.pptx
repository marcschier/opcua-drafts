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FolderType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GroupId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&lt;Resource&gt;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FileType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290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CreateResource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346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Delete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520065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8168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5287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38750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7" name="Connector 16"/>
          <p:cNvCxnSpPr>
            <a:stCxn id="3" idx="2"/>
            <a:endCxn id="6" idx="0"/>
          </p:cNvCxnSpPr>
          <p:nvPr/>
        </p:nvCxnSpPr>
        <p:spPr>
          <a:xfrm>
            <a:off x="64865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4625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9" name="Connector 18"/>
          <p:cNvCxnSpPr>
            <a:stCxn id="6" idx="2"/>
            <a:endCxn id="7" idx="0"/>
          </p:cNvCxnSpPr>
          <p:nvPr/>
        </p:nvCxnSpPr>
        <p:spPr>
          <a:xfrm>
            <a:off x="648652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8" idx="2"/>
            <a:endCxn id="7" idx="0"/>
          </p:cNvCxnSpPr>
          <p:nvPr/>
        </p:nvCxnSpPr>
        <p:spPr>
          <a:xfrm flipH="1">
            <a:off x="6486525" y="1009650"/>
            <a:ext cx="1285875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6756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2" name="Connector 21"/>
          <p:cNvCxnSpPr>
            <a:stCxn id="3" idx="2"/>
            <a:endCxn id="9" idx="0"/>
          </p:cNvCxnSpPr>
          <p:nvPr/>
        </p:nvCxnSpPr>
        <p:spPr>
          <a:xfrm>
            <a:off x="64865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3" idx="2"/>
            <a:endCxn id="10" idx="0"/>
          </p:cNvCxnSpPr>
          <p:nvPr/>
        </p:nvCxnSpPr>
        <p:spPr>
          <a:xfrm>
            <a:off x="64865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