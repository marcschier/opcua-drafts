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72250" cy="7391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Server (no PubSub surface)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628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Bridge (Client)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628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148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OTEL Collector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19725" y="857250"/>
            <a:ext cx="0" cy="628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Browse Server/Observability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ObservabilityBindingGroup { CompanionSpecificationUri, ModelNamespaceUris }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Browse selected group children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ObservabilityBinding { SignalKind, DataSetClassId, DataSetCardinalityPath, BoundItems... }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86125" y="2571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86125" y="2400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Compose effective class via §5.12 union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52525" y="2952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52525" y="2781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Resolve DataSetCardinalityPath (default bound root)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7650" y="3190875"/>
            <a:ext cx="60769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alt Metrics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7650" y="3571875"/>
            <a:ext cx="60769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loop per BoundVariable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152525" y="4095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52525" y="3924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TranslateBrowsePathsToNodeIds (BrowsePath)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152525" y="4476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52525" y="4305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CreateSubscription + CreateMonitoredItems (AttributeId, SamplingIntervalHint)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7650" y="4714875"/>
            <a:ext cx="60769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else Logs or Traces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152525" y="523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52525" y="506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Resolve EventSourcePath (default: cardinality anchor)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152525" y="561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52525" y="544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Subscribe to Events (SelectedFields + Filter)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7650" y="5857875"/>
            <a:ext cx="60769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loop runtime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52525" y="6381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152525" y="6210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DataChange or Event notification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286125" y="6762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286125" y="6591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OTLP metric / LogRecord / Span (+ dimensions + semantic cross-ref)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