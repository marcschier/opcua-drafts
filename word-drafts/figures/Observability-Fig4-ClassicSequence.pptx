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739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Server (no PubSub surface)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628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Bridge (Client)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628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OTEL Collector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628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Server/Observability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ObservabilityBindingGroup { CompanionSpecificationUri, ModelNamespaceUris }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152525" y="180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Browse selected group children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25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ObservabilityBinding { SignalKind, DataSetClassId, DataSetCardinalityPath, BoundItems... 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86125" y="2571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86125" y="2400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Compose effective class via §5.12 union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525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Resolve DataSetCardinalityPath (default bound root)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650" y="3190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650" y="3571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loop per BoundVariable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1525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25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TranslateBrowsePathsToNodeIds (BrowsePath)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152525" y="4476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525" y="4305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CreateSubscription + CreateMonitoredItems (AttributeId, SamplingIntervalHint)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7650" y="4714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Logs or Traces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152525" y="523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52525" y="506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Resolve EventSourcePath (default: cardinality anchor)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152525" y="5619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52525" y="5448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Subscribe to Events (SelectedFields + Filter)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7650" y="5857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loop runtime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52525" y="638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52525" y="621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DataChange or Event notification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286125" y="676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86125" y="659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OTLP metric / LogRecord / Span (+ dimensions + semantic cross-ref)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