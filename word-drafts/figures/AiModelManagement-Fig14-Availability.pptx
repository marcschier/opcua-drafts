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72250" cy="548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Client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4381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Primary DeploymentType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4381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148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Fallback DeploymentType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19725" y="857250"/>
            <a:ext cx="0" cy="4381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2525" y="1047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52525" y="876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Invoke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86125" y="1428750"/>
            <a:ext cx="66675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286125" y="1257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execution site does not answer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86125" y="1809750"/>
            <a:ext cx="66675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286125" y="1638300"/>
            <a:ext cx="11430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Reachability Unreachable, ConsecutiveFailures++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7650" y="2047875"/>
            <a:ext cx="60769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alt FallbackPolicy = FallBackTo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86125" y="2571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286125" y="2400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route the call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3286125" y="2952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86125" y="2781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result from a DIFFERENT model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152525" y="3333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52525" y="3162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response, ModelUsed = the fallback's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7650" y="3571875"/>
            <a:ext cx="60769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else FallbackPolicy = Fail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152525" y="4095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52525" y="3924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failure, nothing produced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7650" y="4333875"/>
            <a:ext cx="60769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else FallbackPolicy = HoldLast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1152525" y="4857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52525" y="4686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last successful result, LastSuccessAt shows its 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