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AASReferableType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AASSubmodelElementType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AASPropertyType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AASMultiLanguagePropertyType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AASRangeType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AASBlobType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AASFileType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AASReferenceElementType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AASRelationshipElementType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7025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AASAnnotatedRelationshipElementType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AASSubmodelElementCollectionType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AASSubmodelElementListType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AASEntityType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AASBasicEventElementType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AASOperationType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AASCapabilityType</a:t>
            </a:r>
          </a:p>
        </p:txBody>
      </p:sp>
      <p:cxnSp>
        <p:nvCxnSpPr>
          <p:cNvPr id="18" name="Connector 17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81050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0" name="Connector 19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9581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2" name="Connector 21"/>
          <p:cNvCxnSpPr>
            <a:stCxn id="3" idx="2"/>
            <a:endCxn id="5" idx="0"/>
          </p:cNvCxnSpPr>
          <p:nvPr/>
        </p:nvCxnSpPr>
        <p:spPr>
          <a:xfrm flipH="1">
            <a:off x="391477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816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4" name="Connector 23"/>
          <p:cNvCxnSpPr>
            <a:stCxn id="3" idx="2"/>
            <a:endCxn id="6" idx="0"/>
          </p:cNvCxnSpPr>
          <p:nvPr/>
        </p:nvCxnSpPr>
        <p:spPr>
          <a:xfrm flipH="1"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6756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6" name="Connector 25"/>
          <p:cNvCxnSpPr>
            <a:stCxn id="3" idx="2"/>
            <a:endCxn id="7" idx="0"/>
          </p:cNvCxnSpPr>
          <p:nvPr/>
        </p:nvCxnSpPr>
        <p:spPr>
          <a:xfrm>
            <a:off x="77724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5343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8" name="Connector 27"/>
          <p:cNvCxnSpPr>
            <a:stCxn id="3" idx="2"/>
            <a:endCxn id="8" idx="0"/>
          </p:cNvCxnSpPr>
          <p:nvPr/>
        </p:nvCxnSpPr>
        <p:spPr>
          <a:xfrm>
            <a:off x="77724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739312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0" name="Connector 29"/>
          <p:cNvCxnSpPr>
            <a:stCxn id="3" idx="2"/>
            <a:endCxn id="9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025187" y="23145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2" name="Connector 31"/>
          <p:cNvCxnSpPr>
            <a:stCxn id="3" idx="2"/>
            <a:endCxn id="10" idx="0"/>
          </p:cNvCxnSpPr>
          <p:nvPr/>
        </p:nvCxnSpPr>
        <p:spPr>
          <a:xfrm flipH="1">
            <a:off x="1343025" y="2095500"/>
            <a:ext cx="64293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95812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4" name="Connector 33"/>
          <p:cNvCxnSpPr>
            <a:stCxn id="10" idx="2"/>
            <a:endCxn id="11" idx="0"/>
          </p:cNvCxnSpPr>
          <p:nvPr/>
        </p:nvCxnSpPr>
        <p:spPr>
          <a:xfrm>
            <a:off x="1343025" y="4267200"/>
            <a:ext cx="64293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95812" y="5029200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6" name="Connector 35"/>
          <p:cNvCxnSpPr>
            <a:stCxn id="3" idx="2"/>
            <a:endCxn id="12" idx="0"/>
          </p:cNvCxnSpPr>
          <p:nvPr/>
        </p:nvCxnSpPr>
        <p:spPr>
          <a:xfrm flipH="1">
            <a:off x="3914775" y="2095500"/>
            <a:ext cx="385762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81687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38" name="Connector 37"/>
          <p:cNvCxnSpPr>
            <a:stCxn id="3" idx="2"/>
            <a:endCxn id="13" idx="0"/>
          </p:cNvCxnSpPr>
          <p:nvPr/>
        </p:nvCxnSpPr>
        <p:spPr>
          <a:xfrm flipH="1">
            <a:off x="6486525" y="209550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67562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0" name="Connector 39"/>
          <p:cNvCxnSpPr>
            <a:stCxn id="3" idx="2"/>
            <a:endCxn id="14" idx="0"/>
          </p:cNvCxnSpPr>
          <p:nvPr/>
        </p:nvCxnSpPr>
        <p:spPr>
          <a:xfrm>
            <a:off x="7772400" y="209550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53437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2" name="Connector 41"/>
          <p:cNvCxnSpPr>
            <a:stCxn id="3" idx="2"/>
            <a:endCxn id="15" idx="0"/>
          </p:cNvCxnSpPr>
          <p:nvPr/>
        </p:nvCxnSpPr>
        <p:spPr>
          <a:xfrm>
            <a:off x="7772400" y="2095500"/>
            <a:ext cx="385762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739312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4" name="Connector 43"/>
          <p:cNvCxnSpPr>
            <a:stCxn id="3" idx="2"/>
            <a:endCxn id="16" idx="0"/>
          </p:cNvCxnSpPr>
          <p:nvPr/>
        </p:nvCxnSpPr>
        <p:spPr>
          <a:xfrm>
            <a:off x="7772400" y="2095500"/>
            <a:ext cx="64293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025187" y="32861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46" name="Connector 45"/>
          <p:cNvCxnSpPr>
            <a:stCxn id="3" idx="2"/>
            <a:endCxn id="17" idx="0"/>
          </p:cNvCxnSpPr>
          <p:nvPr/>
        </p:nvCxnSpPr>
        <p:spPr>
          <a:xfrm>
            <a:off x="7772400" y="2095500"/>
            <a:ext cx="0" cy="27241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810500" y="34004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