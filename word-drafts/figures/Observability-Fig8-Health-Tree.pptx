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ExampleDeviceHealth : IDeviceHealthType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DIDeviceHealth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ObservabilityBindingGroup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 registry i=60101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3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DeviceHealth : Status</a:t>
            </a:r>
          </a:p>
        </p:txBody>
      </p:sp>
      <p:cxnSp>
        <p:nvCxnSpPr>
          <p:cNvPr id="7" name="Connector 6"/>
          <p:cNvCxnSpPr>
            <a:stCxn id="2" idx="2"/>
            <a:endCxn id="3" idx="0"/>
          </p:cNvCxnSpPr>
          <p:nvPr/>
        </p:nvCxnSpPr>
        <p:spPr>
          <a:xfrm>
            <a:off x="26289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2406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CollectedBy</a:t>
            </a:r>
          </a:p>
        </p:txBody>
      </p:sp>
      <p:cxnSp>
        <p:nvCxnSpPr>
          <p:cNvPr id="10" name="Connector 9"/>
          <p:cNvCxnSpPr>
            <a:stCxn id="3" idx="2"/>
            <a:endCxn id="5" idx="0"/>
          </p:cNvCxnSpPr>
          <p:nvPr/>
        </p:nvCxnSpPr>
        <p:spPr>
          <a:xfrm>
            <a:off x="262890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2"/>
            <a:endCxn id="6" idx="0"/>
          </p:cNvCxnSpPr>
          <p:nvPr/>
        </p:nvCxnSpPr>
        <p:spPr>
          <a:xfrm flipH="1">
            <a:off x="262890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