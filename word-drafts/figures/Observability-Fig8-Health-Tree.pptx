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257800" cy="4514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533525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ExampleDeviceHealth : IDeviceHealthType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15335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DIDeviceHealth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ObservabilityBindingGroup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47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 registry i=60101</a:t>
            </a:r>
          </a:p>
        </p:txBody>
      </p:sp>
      <p:sp>
        <p:nvSpPr>
          <p:cNvPr id="5" name="Rectangle 4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153352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DeviceHealth : Status</a:t>
            </a:r>
          </a:p>
        </p:txBody>
      </p:sp>
      <p:cxnSp>
        <p:nvCxnSpPr>
          <p:cNvPr id="7" name="Connector 6"/>
          <p:cNvCxnSpPr>
            <a:stCxn id="2" idx="2"/>
            <a:endCxn id="3" idx="0"/>
          </p:cNvCxnSpPr>
          <p:nvPr/>
        </p:nvCxnSpPr>
        <p:spPr>
          <a:xfrm>
            <a:off x="2628900" y="10096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3" idx="2"/>
            <a:endCxn id="4" idx="0"/>
          </p:cNvCxnSpPr>
          <p:nvPr/>
        </p:nvCxnSpPr>
        <p:spPr>
          <a:xfrm flipH="1">
            <a:off x="1343025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024062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CollectedBy</a:t>
            </a:r>
          </a:p>
        </p:txBody>
      </p:sp>
      <p:cxnSp>
        <p:nvCxnSpPr>
          <p:cNvPr id="10" name="Connector 9"/>
          <p:cNvCxnSpPr>
            <a:stCxn id="3" idx="2"/>
            <a:endCxn id="5" idx="0"/>
          </p:cNvCxnSpPr>
          <p:nvPr/>
        </p:nvCxnSpPr>
        <p:spPr>
          <a:xfrm>
            <a:off x="2628900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 flipH="1">
            <a:off x="2628900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