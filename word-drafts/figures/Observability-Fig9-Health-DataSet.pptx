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257800" cy="56007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5335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ExampleDeviceHealth : IDeviceHealthType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7650" y="15621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[IObservableType]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94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DIDeviceHealth : ObservabilityBindingGroupType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 : ObservabilityFolderType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 : ObservabilityBindingType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35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DeviceHealth : BoundVariableType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3352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DeviceHealth</a:t>
            </a:r>
          </a:p>
        </p:txBody>
      </p:sp>
      <p:cxnSp>
        <p:nvCxnSpPr>
          <p:cNvPr id="9" name="Connector 8"/>
          <p:cNvCxnSpPr>
            <a:stCxn id="2" idx="2"/>
            <a:endCxn id="3" idx="0"/>
          </p:cNvCxnSpPr>
          <p:nvPr/>
        </p:nvCxnSpPr>
        <p:spPr>
          <a:xfrm flipH="1">
            <a:off x="134302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024062" y="1228725"/>
            <a:ext cx="6381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HasInterface</a:t>
            </a:r>
          </a:p>
        </p:txBody>
      </p:sp>
      <p:cxnSp>
        <p:nvCxnSpPr>
          <p:cNvPr id="11" name="Connector 10"/>
          <p:cNvCxnSpPr>
            <a:stCxn id="2" idx="2"/>
            <a:endCxn id="4" idx="0"/>
          </p:cNvCxnSpPr>
          <p:nvPr/>
        </p:nvCxnSpPr>
        <p:spPr>
          <a:xfrm>
            <a:off x="2628900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09937" y="12287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3" name="Connector 12"/>
          <p:cNvCxnSpPr>
            <a:stCxn id="4" idx="2"/>
            <a:endCxn id="5" idx="0"/>
          </p:cNvCxnSpPr>
          <p:nvPr/>
        </p:nvCxnSpPr>
        <p:spPr>
          <a:xfrm flipH="1">
            <a:off x="1343025" y="20955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667000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CollectedBy</a:t>
            </a:r>
          </a:p>
        </p:txBody>
      </p:sp>
      <p:cxnSp>
        <p:nvCxnSpPr>
          <p:cNvPr id="15" name="Connector 14"/>
          <p:cNvCxnSpPr>
            <a:stCxn id="4" idx="2"/>
            <a:endCxn id="6" idx="0"/>
          </p:cNvCxnSpPr>
          <p:nvPr/>
        </p:nvCxnSpPr>
        <p:spPr>
          <a:xfrm>
            <a:off x="3914775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52875" y="23145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7" name="Connector 16"/>
          <p:cNvCxnSpPr>
            <a:stCxn id="6" idx="2"/>
            <a:endCxn id="7" idx="0"/>
          </p:cNvCxnSpPr>
          <p:nvPr/>
        </p:nvCxnSpPr>
        <p:spPr>
          <a:xfrm flipH="1">
            <a:off x="2628900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09937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9" name="Connector 18"/>
          <p:cNvCxnSpPr>
            <a:stCxn id="7" idx="2"/>
            <a:endCxn id="8" idx="0"/>
          </p:cNvCxnSpPr>
          <p:nvPr/>
        </p:nvCxnSpPr>
        <p:spPr>
          <a:xfrm>
            <a:off x="2628900" y="42672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67000" y="4486275"/>
            <a:ext cx="6667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