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ExampleDeviceHealth : IDeviceHealthType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[IObservableType]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DIDeviceHealth : ObservabilityBindingGroupType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: ObservabilityFolderType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DeviceHealth : BoundVariableType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DeviceHealth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24062" y="12287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  <p:cxnSp>
        <p:nvCxnSpPr>
          <p:cNvPr id="11" name="Connector 10"/>
          <p:cNvCxnSpPr>
            <a:stCxn id="2" idx="2"/>
            <a:endCxn id="4" idx="0"/>
          </p:cNvCxnSpPr>
          <p:nvPr/>
        </p:nvCxnSpPr>
        <p:spPr>
          <a:xfrm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9937" y="12287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 flipH="1">
            <a:off x="134302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67000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528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7" name="Connector 16"/>
          <p:cNvCxnSpPr>
            <a:stCxn id="6" idx="2"/>
            <a:endCxn id="7" idx="0"/>
          </p:cNvCxnSpPr>
          <p:nvPr/>
        </p:nvCxnSpPr>
        <p:spPr>
          <a:xfrm flipH="1"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09937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9" name="Connector 18"/>
          <p:cNvCxnSpPr>
            <a:stCxn id="7" idx="2"/>
            <a:endCxn id="8" idx="0"/>
          </p:cNvCxnSpPr>
          <p:nvPr/>
        </p:nvCxnSpPr>
        <p:spPr>
          <a:xfrm>
            <a:off x="2628900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67000" y="448627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