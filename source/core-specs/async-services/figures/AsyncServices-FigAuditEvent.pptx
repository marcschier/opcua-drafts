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40130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0527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AuditSessionEventType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AuditDeferredRequestEventType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RequestHandle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ServiceId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Transition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Outcome</a:t>
            </a:r>
          </a:p>
        </p:txBody>
      </p:sp>
      <p:cxnSp>
        <p:nvCxnSpPr>
          <p:cNvPr id="8" name="Connector 7"/>
          <p:cNvCxnSpPr>
            <a:stCxn id="2" idx="2"/>
            <a:endCxn id="3" idx="0"/>
          </p:cNvCxnSpPr>
          <p:nvPr/>
        </p:nvCxnSpPr>
        <p:spPr>
          <a:xfrm>
            <a:off x="5200650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238750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0" name="Connector 9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0993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2" name="Connector 11"/>
          <p:cNvCxnSpPr>
            <a:stCxn id="3" idx="2"/>
            <a:endCxn id="5" idx="0"/>
          </p:cNvCxnSpPr>
          <p:nvPr/>
        </p:nvCxnSpPr>
        <p:spPr>
          <a:xfrm flipH="1">
            <a:off x="391477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95812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4" name="Connector 13"/>
          <p:cNvCxnSpPr>
            <a:stCxn id="3" idx="2"/>
            <a:endCxn id="6" idx="0"/>
          </p:cNvCxnSpPr>
          <p:nvPr/>
        </p:nvCxnSpPr>
        <p:spPr>
          <a:xfrm>
            <a:off x="520065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8168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6" name="Connector 15"/>
          <p:cNvCxnSpPr>
            <a:stCxn id="3" idx="2"/>
            <a:endCxn id="7" idx="0"/>
          </p:cNvCxnSpPr>
          <p:nvPr/>
        </p:nvCxnSpPr>
        <p:spPr>
          <a:xfrm>
            <a:off x="520065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67562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