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544800" cy="45148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9115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BaseObjectType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677025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AsyncServiceCapabilitiesType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96290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ServerCapabilities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702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AsyncServiceCapabilities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476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MaxDeferredRequests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194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MaxDeferredRequestsPerSession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3911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MaxDeferralTime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79629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DefaultRetryAfter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346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MinRetryAfter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1064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DeferrableServices</a:t>
            </a:r>
          </a:p>
        </p:txBody>
      </p:sp>
      <p:cxnSp>
        <p:nvCxnSpPr>
          <p:cNvPr id="12" name="Connector 11"/>
          <p:cNvCxnSpPr>
            <a:stCxn id="2" idx="2"/>
            <a:endCxn id="3" idx="0"/>
          </p:cNvCxnSpPr>
          <p:nvPr/>
        </p:nvCxnSpPr>
        <p:spPr>
          <a:xfrm>
            <a:off x="6486525" y="1009650"/>
            <a:ext cx="1285875" cy="163830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67562" y="220027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4" name="Connector 13"/>
          <p:cNvCxnSpPr>
            <a:stCxn id="3" idx="2"/>
            <a:endCxn id="6" idx="0"/>
          </p:cNvCxnSpPr>
          <p:nvPr/>
        </p:nvCxnSpPr>
        <p:spPr>
          <a:xfrm flipH="1">
            <a:off x="1343025" y="3181350"/>
            <a:ext cx="64293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95812" y="340042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16" name="Connector 15"/>
          <p:cNvCxnSpPr>
            <a:stCxn id="3" idx="2"/>
            <a:endCxn id="7" idx="0"/>
          </p:cNvCxnSpPr>
          <p:nvPr/>
        </p:nvCxnSpPr>
        <p:spPr>
          <a:xfrm flipH="1">
            <a:off x="3914775" y="318135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881687" y="340042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18" name="Connector 17"/>
          <p:cNvCxnSpPr>
            <a:stCxn id="3" idx="2"/>
            <a:endCxn id="8" idx="0"/>
          </p:cNvCxnSpPr>
          <p:nvPr/>
        </p:nvCxnSpPr>
        <p:spPr>
          <a:xfrm flipH="1">
            <a:off x="6486525" y="318135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167562" y="340042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0" name="Connector 19"/>
          <p:cNvCxnSpPr>
            <a:stCxn id="3" idx="2"/>
            <a:endCxn id="9" idx="0"/>
          </p:cNvCxnSpPr>
          <p:nvPr/>
        </p:nvCxnSpPr>
        <p:spPr>
          <a:xfrm>
            <a:off x="7772400" y="318135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453437" y="340042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2" name="Connector 21"/>
          <p:cNvCxnSpPr>
            <a:stCxn id="3" idx="2"/>
            <a:endCxn id="10" idx="0"/>
          </p:cNvCxnSpPr>
          <p:nvPr/>
        </p:nvCxnSpPr>
        <p:spPr>
          <a:xfrm>
            <a:off x="7772400" y="318135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739312" y="340042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4" name="Connector 23"/>
          <p:cNvCxnSpPr>
            <a:stCxn id="3" idx="2"/>
            <a:endCxn id="11" idx="0"/>
          </p:cNvCxnSpPr>
          <p:nvPr/>
        </p:nvCxnSpPr>
        <p:spPr>
          <a:xfrm>
            <a:off x="7772400" y="3181350"/>
            <a:ext cx="64293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1025187" y="340042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6" name="Connector 25"/>
          <p:cNvCxnSpPr>
            <a:stCxn id="4" idx="2"/>
            <a:endCxn id="5" idx="0"/>
          </p:cNvCxnSpPr>
          <p:nvPr/>
        </p:nvCxnSpPr>
        <p:spPr>
          <a:xfrm flipH="1">
            <a:off x="7772400" y="100965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stCxn id="5" idx="2"/>
            <a:endCxn id="3" idx="0"/>
          </p:cNvCxnSpPr>
          <p:nvPr/>
        </p:nvCxnSpPr>
        <p:spPr>
          <a:xfrm>
            <a:off x="7772400" y="209550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