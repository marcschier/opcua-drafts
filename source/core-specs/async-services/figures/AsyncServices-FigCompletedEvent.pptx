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BaseEventType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DeferredRequestCompletedEventType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RequestHandle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ServiceId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ServiceResult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CompletionTime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ExpiryTime</a:t>
            </a:r>
          </a:p>
        </p:txBody>
      </p:sp>
      <p:cxnSp>
        <p:nvCxnSpPr>
          <p:cNvPr id="9" name="Connector 8"/>
          <p:cNvCxnSpPr>
            <a:stCxn id="2" idx="2"/>
            <a:endCxn id="3" idx="0"/>
          </p:cNvCxnSpPr>
          <p:nvPr/>
        </p:nvCxnSpPr>
        <p:spPr>
          <a:xfrm>
            <a:off x="648652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2462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5287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38750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5" name="Connector 14"/>
          <p:cNvCxnSpPr>
            <a:stCxn id="3" idx="2"/>
            <a:endCxn id="6" idx="0"/>
          </p:cNvCxnSpPr>
          <p:nvPr/>
        </p:nvCxnSpPr>
        <p:spPr>
          <a:xfrm>
            <a:off x="648652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2462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7" name="Connector 16"/>
          <p:cNvCxnSpPr>
            <a:stCxn id="3" idx="2"/>
            <a:endCxn id="7" idx="0"/>
          </p:cNvCxnSpPr>
          <p:nvPr/>
        </p:nvCxnSpPr>
        <p:spPr>
          <a:xfrm>
            <a:off x="64865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10500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9" name="Connector 18"/>
          <p:cNvCxnSpPr>
            <a:stCxn id="3" idx="2"/>
            <a:endCxn id="8" idx="0"/>
          </p:cNvCxnSpPr>
          <p:nvPr/>
        </p:nvCxnSpPr>
        <p:spPr>
          <a:xfrm>
            <a:off x="64865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9637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