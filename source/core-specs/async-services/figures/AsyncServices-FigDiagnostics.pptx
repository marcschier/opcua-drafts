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70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AsyncServiceDiagnosticsType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629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ServerDiagnostics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AsyncServiceDiagnostics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DeferredRequestCount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TotalDeferredCount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CompletedCount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ExpiredCount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CancelledCount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RejectedCount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70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DeferredRequests</a:t>
            </a:r>
          </a:p>
        </p:txBody>
      </p:sp>
      <p:cxnSp>
        <p:nvCxnSpPr>
          <p:cNvPr id="13" name="Connector 12"/>
          <p:cNvCxnSpPr>
            <a:stCxn id="2" idx="2"/>
            <a:endCxn id="3" idx="0"/>
          </p:cNvCxnSpPr>
          <p:nvPr/>
        </p:nvCxnSpPr>
        <p:spPr>
          <a:xfrm>
            <a:off x="6486525" y="1009650"/>
            <a:ext cx="12858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67562" y="220027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3" idx="2"/>
            <a:endCxn id="6" idx="0"/>
          </p:cNvCxnSpPr>
          <p:nvPr/>
        </p:nvCxnSpPr>
        <p:spPr>
          <a:xfrm flipH="1">
            <a:off x="1343025" y="318135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3" idx="2"/>
            <a:endCxn id="7" idx="0"/>
          </p:cNvCxnSpPr>
          <p:nvPr/>
        </p:nvCxnSpPr>
        <p:spPr>
          <a:xfrm flipH="1">
            <a:off x="3914775" y="31813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3" idx="2"/>
            <a:endCxn id="8" idx="0"/>
          </p:cNvCxnSpPr>
          <p:nvPr/>
        </p:nvCxnSpPr>
        <p:spPr>
          <a:xfrm flipH="1">
            <a:off x="6486525" y="31813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3" idx="2"/>
            <a:endCxn id="9" idx="0"/>
          </p:cNvCxnSpPr>
          <p:nvPr/>
        </p:nvCxnSpPr>
        <p:spPr>
          <a:xfrm>
            <a:off x="7772400" y="31813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3" idx="2"/>
            <a:endCxn id="10" idx="0"/>
          </p:cNvCxnSpPr>
          <p:nvPr/>
        </p:nvCxnSpPr>
        <p:spPr>
          <a:xfrm>
            <a:off x="7772400" y="31813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3" idx="2"/>
            <a:endCxn id="11" idx="0"/>
          </p:cNvCxnSpPr>
          <p:nvPr/>
        </p:nvCxnSpPr>
        <p:spPr>
          <a:xfrm>
            <a:off x="7772400" y="318135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3" idx="2"/>
            <a:endCxn id="12" idx="0"/>
          </p:cNvCxnSpPr>
          <p:nvPr/>
        </p:nvCxnSpPr>
        <p:spPr>
          <a:xfrm>
            <a:off x="7772400" y="3181350"/>
            <a:ext cx="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4" idx="2"/>
            <a:endCxn id="5" idx="0"/>
          </p:cNvCxnSpPr>
          <p:nvPr/>
        </p:nvCxnSpPr>
        <p:spPr>
          <a:xfrm flipH="1">
            <a:off x="777240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5" idx="2"/>
            <a:endCxn id="3" idx="0"/>
          </p:cNvCxnSpPr>
          <p:nvPr/>
        </p:nvCxnSpPr>
        <p:spPr>
          <a:xfrm>
            <a:off x="7772400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