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BaseObjectType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33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VisionSensorType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ImageSensorType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Depth3DSensorType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MediaEndpointType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StreamEndpointType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ClipEndpointType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VisionCalibrationType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IntrinsicCalibrationType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ExtrinsicCalibrationType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487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VisionResultType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0527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InspectionResultType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70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DetectionResultType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4877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SegmentationResultType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29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BaseInterfaceType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20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IVisionSimulatedType</a:t>
            </a:r>
          </a:p>
        </p:txBody>
      </p:sp>
      <p:cxnSp>
        <p:nvCxnSpPr>
          <p:cNvPr id="18" name="Connector 17"/>
          <p:cNvCxnSpPr>
            <a:stCxn id="2" idx="2"/>
            <a:endCxn id="3" idx="0"/>
          </p:cNvCxnSpPr>
          <p:nvPr/>
        </p:nvCxnSpPr>
        <p:spPr>
          <a:xfrm flipH="1">
            <a:off x="2628900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95812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0" name="Connector 19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24062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2" name="Connector 21"/>
          <p:cNvCxnSpPr>
            <a:stCxn id="3" idx="2"/>
            <a:endCxn id="5" idx="0"/>
          </p:cNvCxnSpPr>
          <p:nvPr/>
        </p:nvCxnSpPr>
        <p:spPr>
          <a:xfrm>
            <a:off x="262890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09937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4" name="Connector 23"/>
          <p:cNvCxnSpPr>
            <a:stCxn id="2" idx="2"/>
            <a:endCxn id="6" idx="0"/>
          </p:cNvCxnSpPr>
          <p:nvPr/>
        </p:nvCxnSpPr>
        <p:spPr>
          <a:xfrm flipH="1">
            <a:off x="5200650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81687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6" name="Connector 25"/>
          <p:cNvCxnSpPr>
            <a:stCxn id="6" idx="2"/>
            <a:endCxn id="7" idx="0"/>
          </p:cNvCxnSpPr>
          <p:nvPr/>
        </p:nvCxnSpPr>
        <p:spPr>
          <a:xfrm>
            <a:off x="520065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81687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8" name="Connector 27"/>
          <p:cNvCxnSpPr>
            <a:stCxn id="6" idx="2"/>
            <a:endCxn id="8" idx="0"/>
          </p:cNvCxnSpPr>
          <p:nvPr/>
        </p:nvCxnSpPr>
        <p:spPr>
          <a:xfrm>
            <a:off x="5200650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67562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30" name="Connector 29"/>
          <p:cNvCxnSpPr>
            <a:stCxn id="2" idx="2"/>
            <a:endCxn id="9" idx="0"/>
          </p:cNvCxnSpPr>
          <p:nvPr/>
        </p:nvCxnSpPr>
        <p:spPr>
          <a:xfrm>
            <a:off x="648652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67562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32" name="Connector 31"/>
          <p:cNvCxnSpPr>
            <a:stCxn id="9" idx="2"/>
            <a:endCxn id="10" idx="0"/>
          </p:cNvCxnSpPr>
          <p:nvPr/>
        </p:nvCxnSpPr>
        <p:spPr>
          <a:xfrm>
            <a:off x="7772400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739312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34" name="Connector 33"/>
          <p:cNvCxnSpPr>
            <a:stCxn id="9" idx="2"/>
            <a:endCxn id="11" idx="0"/>
          </p:cNvCxnSpPr>
          <p:nvPr/>
        </p:nvCxnSpPr>
        <p:spPr>
          <a:xfrm>
            <a:off x="7772400" y="209550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025187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36" name="Connector 35"/>
          <p:cNvCxnSpPr>
            <a:stCxn id="2" idx="2"/>
            <a:endCxn id="12" idx="0"/>
          </p:cNvCxnSpPr>
          <p:nvPr/>
        </p:nvCxnSpPr>
        <p:spPr>
          <a:xfrm>
            <a:off x="6486525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453437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38" name="Connector 37"/>
          <p:cNvCxnSpPr>
            <a:stCxn id="12" idx="2"/>
            <a:endCxn id="13" idx="0"/>
          </p:cNvCxnSpPr>
          <p:nvPr/>
        </p:nvCxnSpPr>
        <p:spPr>
          <a:xfrm flipH="1">
            <a:off x="5200650" y="2095500"/>
            <a:ext cx="514350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810500" y="32861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40" name="Connector 39"/>
          <p:cNvCxnSpPr>
            <a:stCxn id="12" idx="2"/>
            <a:endCxn id="14" idx="0"/>
          </p:cNvCxnSpPr>
          <p:nvPr/>
        </p:nvCxnSpPr>
        <p:spPr>
          <a:xfrm flipH="1">
            <a:off x="7772400" y="2095500"/>
            <a:ext cx="257175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096375" y="32861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42" name="Connector 41"/>
          <p:cNvCxnSpPr>
            <a:stCxn id="12" idx="2"/>
            <a:endCxn id="15" idx="0"/>
          </p:cNvCxnSpPr>
          <p:nvPr/>
        </p:nvCxnSpPr>
        <p:spPr>
          <a:xfrm>
            <a:off x="10344150" y="2095500"/>
            <a:ext cx="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382250" y="32861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44" name="Connector 43"/>
          <p:cNvCxnSpPr>
            <a:stCxn id="16" idx="2"/>
            <a:endCxn id="17" idx="0"/>
          </p:cNvCxnSpPr>
          <p:nvPr/>
        </p:nvCxnSpPr>
        <p:spPr>
          <a:xfrm>
            <a:off x="9058275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1025187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