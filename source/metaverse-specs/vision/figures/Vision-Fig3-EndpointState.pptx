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895600" cy="73152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47650" y="476250"/>
            <a:ext cx="2190750" cy="533400"/>
          </a:xfrm>
          <a:prstGeom prst="ellipse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</a:rPr>
              <a:t>start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47650" y="1562100"/>
            <a:ext cx="2190750" cy="533400"/>
          </a:xfrm>
          <a:prstGeom prst="round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</a:rPr>
              <a:t>Inactive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47650" y="2647950"/>
            <a:ext cx="2190750" cy="533400"/>
          </a:xfrm>
          <a:prstGeom prst="round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</a:rPr>
              <a:t>Ready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47650" y="3733800"/>
            <a:ext cx="2190750" cy="533400"/>
          </a:xfrm>
          <a:prstGeom prst="round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</a:rPr>
              <a:t>Active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47650" y="4819650"/>
            <a:ext cx="2190750" cy="533400"/>
          </a:xfrm>
          <a:prstGeom prst="round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</a:rPr>
              <a:t>Degraded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47650" y="5905500"/>
            <a:ext cx="2190750" cy="533400"/>
          </a:xfrm>
          <a:prstGeom prst="round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</a:rPr>
              <a:t>Faulted</a:t>
            </a:r>
          </a:p>
        </p:txBody>
      </p:sp>
      <p:cxnSp>
        <p:nvCxnSpPr>
          <p:cNvPr id="8" name="Connector 7"/>
          <p:cNvCxnSpPr>
            <a:stCxn id="2" idx="2"/>
            <a:endCxn id="3" idx="0"/>
          </p:cNvCxnSpPr>
          <p:nvPr/>
        </p:nvCxnSpPr>
        <p:spPr>
          <a:xfrm>
            <a:off x="1343025" y="1009650"/>
            <a:ext cx="0" cy="55245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>
            <a:stCxn id="3" idx="2"/>
            <a:endCxn id="4" idx="0"/>
          </p:cNvCxnSpPr>
          <p:nvPr/>
        </p:nvCxnSpPr>
        <p:spPr>
          <a:xfrm>
            <a:off x="1343025" y="2095500"/>
            <a:ext cx="0" cy="55245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381125" y="2314575"/>
            <a:ext cx="1066800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configured and able to serve</a:t>
            </a:r>
          </a:p>
        </p:txBody>
      </p:sp>
      <p:cxnSp>
        <p:nvCxnSpPr>
          <p:cNvPr id="11" name="Connector 10"/>
          <p:cNvCxnSpPr>
            <a:stCxn id="4" idx="2"/>
            <a:endCxn id="5" idx="0"/>
          </p:cNvCxnSpPr>
          <p:nvPr/>
        </p:nvCxnSpPr>
        <p:spPr>
          <a:xfrm>
            <a:off x="1343025" y="3181350"/>
            <a:ext cx="0" cy="55245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381125" y="3400425"/>
            <a:ext cx="1343025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first session leased / inference begins</a:t>
            </a:r>
          </a:p>
        </p:txBody>
      </p:sp>
      <p:cxnSp>
        <p:nvCxnSpPr>
          <p:cNvPr id="13" name="Connector 12"/>
          <p:cNvCxnSpPr>
            <a:stCxn id="5" idx="2"/>
            <a:endCxn id="4" idx="0"/>
          </p:cNvCxnSpPr>
          <p:nvPr/>
        </p:nvCxnSpPr>
        <p:spPr>
          <a:xfrm flipV="1">
            <a:off x="1343025" y="2647950"/>
            <a:ext cx="0" cy="161925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1381125" y="3543300"/>
            <a:ext cx="1095375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last session released / stopped</a:t>
            </a:r>
          </a:p>
        </p:txBody>
      </p:sp>
      <p:cxnSp>
        <p:nvCxnSpPr>
          <p:cNvPr id="15" name="Connector 14"/>
          <p:cNvCxnSpPr>
            <a:stCxn id="5" idx="2"/>
            <a:endCxn id="6" idx="0"/>
          </p:cNvCxnSpPr>
          <p:nvPr/>
        </p:nvCxnSpPr>
        <p:spPr>
          <a:xfrm>
            <a:off x="1343025" y="4267200"/>
            <a:ext cx="0" cy="55245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381125" y="4486275"/>
            <a:ext cx="1143000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quality, latency or rate not met</a:t>
            </a:r>
          </a:p>
        </p:txBody>
      </p:sp>
      <p:cxnSp>
        <p:nvCxnSpPr>
          <p:cNvPr id="17" name="Connector 16"/>
          <p:cNvCxnSpPr>
            <a:stCxn id="6" idx="2"/>
            <a:endCxn id="5" idx="0"/>
          </p:cNvCxnSpPr>
          <p:nvPr/>
        </p:nvCxnSpPr>
        <p:spPr>
          <a:xfrm flipV="1">
            <a:off x="1343025" y="3733800"/>
            <a:ext cx="0" cy="161925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1381125" y="4629150"/>
            <a:ext cx="419100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recovered</a:t>
            </a:r>
          </a:p>
        </p:txBody>
      </p:sp>
      <p:cxnSp>
        <p:nvCxnSpPr>
          <p:cNvPr id="19" name="Connector 18"/>
          <p:cNvCxnSpPr>
            <a:stCxn id="4" idx="2"/>
            <a:endCxn id="3" idx="0"/>
          </p:cNvCxnSpPr>
          <p:nvPr/>
        </p:nvCxnSpPr>
        <p:spPr>
          <a:xfrm flipV="1">
            <a:off x="1343025" y="1562100"/>
            <a:ext cx="0" cy="161925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381125" y="2457450"/>
            <a:ext cx="971550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disabled by configuration</a:t>
            </a:r>
          </a:p>
        </p:txBody>
      </p:sp>
      <p:cxnSp>
        <p:nvCxnSpPr>
          <p:cNvPr id="21" name="Connector 20"/>
          <p:cNvCxnSpPr>
            <a:stCxn id="4" idx="2"/>
            <a:endCxn id="7" idx="0"/>
          </p:cNvCxnSpPr>
          <p:nvPr/>
        </p:nvCxnSpPr>
        <p:spPr>
          <a:xfrm>
            <a:off x="1343025" y="3181350"/>
            <a:ext cx="0" cy="272415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1381125" y="5486400"/>
            <a:ext cx="295275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failure</a:t>
            </a:r>
          </a:p>
        </p:txBody>
      </p:sp>
      <p:cxnSp>
        <p:nvCxnSpPr>
          <p:cNvPr id="23" name="Connector 22"/>
          <p:cNvCxnSpPr>
            <a:stCxn id="5" idx="2"/>
            <a:endCxn id="7" idx="0"/>
          </p:cNvCxnSpPr>
          <p:nvPr/>
        </p:nvCxnSpPr>
        <p:spPr>
          <a:xfrm>
            <a:off x="1343025" y="4267200"/>
            <a:ext cx="0" cy="163830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1381125" y="5743575"/>
            <a:ext cx="295275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failure</a:t>
            </a:r>
          </a:p>
        </p:txBody>
      </p:sp>
      <p:cxnSp>
        <p:nvCxnSpPr>
          <p:cNvPr id="25" name="Connector 24"/>
          <p:cNvCxnSpPr>
            <a:stCxn id="6" idx="2"/>
            <a:endCxn id="7" idx="0"/>
          </p:cNvCxnSpPr>
          <p:nvPr/>
        </p:nvCxnSpPr>
        <p:spPr>
          <a:xfrm>
            <a:off x="1343025" y="5353050"/>
            <a:ext cx="0" cy="55245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1381125" y="6572250"/>
            <a:ext cx="295275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failure</a:t>
            </a:r>
          </a:p>
        </p:txBody>
      </p:sp>
      <p:cxnSp>
        <p:nvCxnSpPr>
          <p:cNvPr id="27" name="Connector 26"/>
          <p:cNvCxnSpPr>
            <a:stCxn id="7" idx="2"/>
            <a:endCxn id="4" idx="0"/>
          </p:cNvCxnSpPr>
          <p:nvPr/>
        </p:nvCxnSpPr>
        <p:spPr>
          <a:xfrm flipV="1">
            <a:off x="1343025" y="2647950"/>
            <a:ext cx="0" cy="379095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1381125" y="6772275"/>
            <a:ext cx="504825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fault cleared</a:t>
            </a:r>
          </a:p>
        </p:txBody>
      </p:sp>
      <p:cxnSp>
        <p:nvCxnSpPr>
          <p:cNvPr id="29" name="Connector 28"/>
          <p:cNvCxnSpPr>
            <a:stCxn id="7" idx="2"/>
            <a:endCxn id="3" idx="0"/>
          </p:cNvCxnSpPr>
          <p:nvPr/>
        </p:nvCxnSpPr>
        <p:spPr>
          <a:xfrm flipV="1">
            <a:off x="1343025" y="1562100"/>
            <a:ext cx="0" cy="487680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1381125" y="6943725"/>
            <a:ext cx="828675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disabled while faulted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/>
  <cp:revision>1</cp:revision>
  <dcterms:created xsi:type="dcterms:W3CDTF">2026-01-01T00:00:00Z</dcterms:created>
  <dcterms:modified xsi:type="dcterms:W3CDTF">2026-01-01T00:00:00Z</dcterms:modified>
  <cp:category/>
</cp:coreProperties>
</file>