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Model in-process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095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RunInference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861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861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execute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2861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861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detections / characteristics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ResultId (Good)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" y="2428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Bad_InvalidState if State is Inactive or Faulted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