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Vision : VisionRootType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9629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AiModelManagement : AiRootType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&lt;i&gt;AI Model Management spec, beside this one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under the Server object&lt;/i&gt;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15335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052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LearningJobs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70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Sensors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92487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Pipelines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205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Frames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35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ImageSensorType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SensorId, RealityKind, Modality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Width, Height, PixelFormat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7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Media : VisionMediaManagementType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GetStreamEndpoint, GetClip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94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StreamEndpoints/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StreamEndpointType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StreamProtocol, ProtocolVersion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115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ClipEndpoints/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ClipEndpointType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ClipFormat, LatestClip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9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Optics : OpticsType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FocalLength, Aperture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11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Illumination : IlluminationType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Wavelength, Intensity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629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Calibrations/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29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IntrinsicCalibrationType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Intrinsics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3465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ExtrinsicCalibrationType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Mount, Transform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7025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CoordinateFrameType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FrameId, Role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34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ModelId, Version, Digest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&lt;i&gt;AI Model Management spec&lt;/i&gt;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0527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DatasetType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SourceKind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&lt;i&gt;AI Model Management spec&lt;/i&gt;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70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DeploymentType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InferenceLocation, EndpointUri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&lt;i&gt;AI Model Management spec&lt;/i&gt;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InferencePipelineType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State, Continuous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MaxResultAge, MaxRetainedResults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4877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Results/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InspectionResultType | DetectionResultType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205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Feedback : VisionFeedbackType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SubmitCorrection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LearningJobType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State, SamplesCollected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&lt;i&gt;AI Model Management spec&lt;/i&gt;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106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UsdGeomCameraType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(OpenUSD Part 2, Annex D)</a:t>
            </a:r>
          </a:p>
        </p:txBody>
      </p:sp>
      <p:cxnSp>
        <p:nvCxnSpPr>
          <p:cNvPr id="27" name="Connector 26"/>
          <p:cNvCxnSpPr>
            <a:stCxn id="3" idx="2"/>
            <a:endCxn id="4" idx="0"/>
          </p:cNvCxnSpPr>
          <p:nvPr/>
        </p:nvCxnSpPr>
        <p:spPr>
          <a:xfrm flipH="1">
            <a:off x="2628900" y="1009650"/>
            <a:ext cx="64293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3" idx="2"/>
            <a:endCxn id="5" idx="0"/>
          </p:cNvCxnSpPr>
          <p:nvPr/>
        </p:nvCxnSpPr>
        <p:spPr>
          <a:xfrm flipH="1">
            <a:off x="5200650" y="100965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2" idx="2"/>
            <a:endCxn id="6" idx="0"/>
          </p:cNvCxnSpPr>
          <p:nvPr/>
        </p:nvCxnSpPr>
        <p:spPr>
          <a:xfrm>
            <a:off x="6486525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2" idx="2"/>
            <a:endCxn id="7" idx="0"/>
          </p:cNvCxnSpPr>
          <p:nvPr/>
        </p:nvCxnSpPr>
        <p:spPr>
          <a:xfrm>
            <a:off x="6486525" y="100965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2" idx="2"/>
            <a:endCxn id="8" idx="0"/>
          </p:cNvCxnSpPr>
          <p:nvPr/>
        </p:nvCxnSpPr>
        <p:spPr>
          <a:xfrm>
            <a:off x="6486525" y="1009650"/>
            <a:ext cx="64293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6" idx="2"/>
            <a:endCxn id="9" idx="0"/>
          </p:cNvCxnSpPr>
          <p:nvPr/>
        </p:nvCxnSpPr>
        <p:spPr>
          <a:xfrm flipH="1">
            <a:off x="2628900" y="2095500"/>
            <a:ext cx="514350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9" idx="2"/>
            <a:endCxn id="10" idx="0"/>
          </p:cNvCxnSpPr>
          <p:nvPr/>
        </p:nvCxnSpPr>
        <p:spPr>
          <a:xfrm flipH="1">
            <a:off x="1343025" y="42672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10" idx="2"/>
            <a:endCxn id="11" idx="0"/>
          </p:cNvCxnSpPr>
          <p:nvPr/>
        </p:nvCxnSpPr>
        <p:spPr>
          <a:xfrm>
            <a:off x="1343025" y="53530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10" idx="2"/>
            <a:endCxn id="12" idx="0"/>
          </p:cNvCxnSpPr>
          <p:nvPr/>
        </p:nvCxnSpPr>
        <p:spPr>
          <a:xfrm>
            <a:off x="1343025" y="535305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9" idx="2"/>
            <a:endCxn id="13" idx="0"/>
          </p:cNvCxnSpPr>
          <p:nvPr/>
        </p:nvCxnSpPr>
        <p:spPr>
          <a:xfrm>
            <a:off x="2628900" y="42672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9" idx="2"/>
            <a:endCxn id="14" idx="0"/>
          </p:cNvCxnSpPr>
          <p:nvPr/>
        </p:nvCxnSpPr>
        <p:spPr>
          <a:xfrm>
            <a:off x="2628900" y="426720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9" idx="2"/>
            <a:endCxn id="15" idx="0"/>
          </p:cNvCxnSpPr>
          <p:nvPr/>
        </p:nvCxnSpPr>
        <p:spPr>
          <a:xfrm>
            <a:off x="2628900" y="4267200"/>
            <a:ext cx="64293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stCxn id="15" idx="2"/>
            <a:endCxn id="16" idx="0"/>
          </p:cNvCxnSpPr>
          <p:nvPr/>
        </p:nvCxnSpPr>
        <p:spPr>
          <a:xfrm>
            <a:off x="9058275" y="53530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stCxn id="15" idx="2"/>
            <a:endCxn id="17" idx="0"/>
          </p:cNvCxnSpPr>
          <p:nvPr/>
        </p:nvCxnSpPr>
        <p:spPr>
          <a:xfrm>
            <a:off x="9058275" y="53530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>
            <a:stCxn id="8" idx="2"/>
            <a:endCxn id="18" idx="0"/>
          </p:cNvCxnSpPr>
          <p:nvPr/>
        </p:nvCxnSpPr>
        <p:spPr>
          <a:xfrm flipH="1">
            <a:off x="7772400" y="2095500"/>
            <a:ext cx="5143500" cy="48958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>
            <a:stCxn id="4" idx="2"/>
            <a:endCxn id="19" idx="0"/>
          </p:cNvCxnSpPr>
          <p:nvPr/>
        </p:nvCxnSpPr>
        <p:spPr>
          <a:xfrm>
            <a:off x="2628900" y="2095500"/>
            <a:ext cx="9001125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stCxn id="4" idx="2"/>
            <a:endCxn id="20" idx="0"/>
          </p:cNvCxnSpPr>
          <p:nvPr/>
        </p:nvCxnSpPr>
        <p:spPr>
          <a:xfrm>
            <a:off x="2628900" y="2095500"/>
            <a:ext cx="25717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stCxn id="4" idx="2"/>
            <a:endCxn id="21" idx="0"/>
          </p:cNvCxnSpPr>
          <p:nvPr/>
        </p:nvCxnSpPr>
        <p:spPr>
          <a:xfrm>
            <a:off x="2628900" y="2095500"/>
            <a:ext cx="514350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7" idx="2"/>
            <a:endCxn id="22" idx="0"/>
          </p:cNvCxnSpPr>
          <p:nvPr/>
        </p:nvCxnSpPr>
        <p:spPr>
          <a:xfrm flipH="1">
            <a:off x="6486525" y="209550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stCxn id="22" idx="2"/>
            <a:endCxn id="23" idx="0"/>
          </p:cNvCxnSpPr>
          <p:nvPr/>
        </p:nvCxnSpPr>
        <p:spPr>
          <a:xfrm>
            <a:off x="6486525" y="318135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stCxn id="22" idx="2"/>
            <a:endCxn id="24" idx="0"/>
          </p:cNvCxnSpPr>
          <p:nvPr/>
        </p:nvCxnSpPr>
        <p:spPr>
          <a:xfrm>
            <a:off x="6486525" y="3181350"/>
            <a:ext cx="64293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stCxn id="5" idx="2"/>
            <a:endCxn id="25" idx="0"/>
          </p:cNvCxnSpPr>
          <p:nvPr/>
        </p:nvCxnSpPr>
        <p:spPr>
          <a:xfrm>
            <a:off x="5200650" y="209550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>
            <a:stCxn id="9" idx="2"/>
            <a:endCxn id="16" idx="0"/>
          </p:cNvCxnSpPr>
          <p:nvPr/>
        </p:nvCxnSpPr>
        <p:spPr>
          <a:xfrm>
            <a:off x="2628900" y="4267200"/>
            <a:ext cx="6429375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881687" y="5457825"/>
            <a:ext cx="5810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HasCalibration</a:t>
            </a:r>
          </a:p>
        </p:txBody>
      </p:sp>
      <p:cxnSp>
        <p:nvCxnSpPr>
          <p:cNvPr id="51" name="Connector 50"/>
          <p:cNvCxnSpPr>
            <a:stCxn id="9" idx="2"/>
            <a:endCxn id="17" idx="0"/>
          </p:cNvCxnSpPr>
          <p:nvPr/>
        </p:nvCxnSpPr>
        <p:spPr>
          <a:xfrm>
            <a:off x="2628900" y="4267200"/>
            <a:ext cx="9001125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167562" y="5457825"/>
            <a:ext cx="5810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HasCalibration</a:t>
            </a:r>
          </a:p>
        </p:txBody>
      </p:sp>
      <p:cxnSp>
        <p:nvCxnSpPr>
          <p:cNvPr id="53" name="Connector 52"/>
          <p:cNvCxnSpPr>
            <a:stCxn id="9" idx="2"/>
            <a:endCxn id="18" idx="0"/>
          </p:cNvCxnSpPr>
          <p:nvPr/>
        </p:nvCxnSpPr>
        <p:spPr>
          <a:xfrm>
            <a:off x="2628900" y="4267200"/>
            <a:ext cx="5143500" cy="27241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238750" y="5572125"/>
            <a:ext cx="5048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MountedOn</a:t>
            </a:r>
          </a:p>
        </p:txBody>
      </p:sp>
      <p:cxnSp>
        <p:nvCxnSpPr>
          <p:cNvPr id="55" name="Connector 54"/>
          <p:cNvCxnSpPr>
            <a:stCxn id="9" idx="2"/>
            <a:endCxn id="26" idx="0"/>
          </p:cNvCxnSpPr>
          <p:nvPr/>
        </p:nvCxnSpPr>
        <p:spPr>
          <a:xfrm>
            <a:off x="2628900" y="4267200"/>
            <a:ext cx="1157287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453437" y="4486275"/>
            <a:ext cx="552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HasScenePrim</a:t>
            </a:r>
          </a:p>
        </p:txBody>
      </p:sp>
      <p:cxnSp>
        <p:nvCxnSpPr>
          <p:cNvPr id="57" name="Connector 56"/>
          <p:cNvCxnSpPr>
            <a:stCxn id="21" idx="2"/>
            <a:endCxn id="19" idx="0"/>
          </p:cNvCxnSpPr>
          <p:nvPr/>
        </p:nvCxnSpPr>
        <p:spPr>
          <a:xfrm>
            <a:off x="7772400" y="426720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739312" y="448627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UsesModel exactly 1</a:t>
            </a:r>
          </a:p>
        </p:txBody>
      </p:sp>
      <p:cxnSp>
        <p:nvCxnSpPr>
          <p:cNvPr id="59" name="Connector 58"/>
          <p:cNvCxnSpPr>
            <a:stCxn id="23" idx="2"/>
            <a:endCxn id="22" idx="0"/>
          </p:cNvCxnSpPr>
          <p:nvPr/>
        </p:nvCxnSpPr>
        <p:spPr>
          <a:xfrm flipH="1" flipV="1">
            <a:off x="6486525" y="2647950"/>
            <a:ext cx="3857625" cy="16192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453437" y="340042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ProducedBy</a:t>
            </a:r>
          </a:p>
        </p:txBody>
      </p:sp>
      <p:cxnSp>
        <p:nvCxnSpPr>
          <p:cNvPr id="61" name="Connector 60"/>
          <p:cNvCxnSpPr>
            <a:stCxn id="23" idx="2"/>
            <a:endCxn id="19" idx="0"/>
          </p:cNvCxnSpPr>
          <p:nvPr/>
        </p:nvCxnSpPr>
        <p:spPr>
          <a:xfrm>
            <a:off x="10344150" y="42672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1025187" y="4486275"/>
            <a:ext cx="4667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ModelUsed</a:t>
            </a:r>
          </a:p>
        </p:txBody>
      </p:sp>
      <p:cxnSp>
        <p:nvCxnSpPr>
          <p:cNvPr id="63" name="Connector 62"/>
          <p:cNvCxnSpPr>
            <a:stCxn id="22" idx="2"/>
            <a:endCxn id="9" idx="0"/>
          </p:cNvCxnSpPr>
          <p:nvPr/>
        </p:nvCxnSpPr>
        <p:spPr>
          <a:xfrm flipH="1">
            <a:off x="2628900" y="318135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595812" y="3400425"/>
            <a:ext cx="3048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Sensor</a:t>
            </a:r>
          </a:p>
        </p:txBody>
      </p:sp>
      <p:cxnSp>
        <p:nvCxnSpPr>
          <p:cNvPr id="65" name="Connector 64"/>
          <p:cNvCxnSpPr>
            <a:stCxn id="22" idx="2"/>
            <a:endCxn id="21" idx="0"/>
          </p:cNvCxnSpPr>
          <p:nvPr/>
        </p:nvCxnSpPr>
        <p:spPr>
          <a:xfrm>
            <a:off x="6486525" y="31813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167562" y="3400425"/>
            <a:ext cx="5048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Deployment</a:t>
            </a:r>
          </a:p>
        </p:txBody>
      </p:sp>
      <p:cxnSp>
        <p:nvCxnSpPr>
          <p:cNvPr id="67" name="Connector 66"/>
          <p:cNvCxnSpPr>
            <a:stCxn id="17" idx="2"/>
            <a:endCxn id="18" idx="0"/>
          </p:cNvCxnSpPr>
          <p:nvPr/>
        </p:nvCxnSpPr>
        <p:spPr>
          <a:xfrm flipH="1">
            <a:off x="7772400" y="643890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9739312" y="6657975"/>
            <a:ext cx="10191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SourceFrame / TargetFrame</a:t>
            </a:r>
          </a:p>
        </p:txBody>
      </p:sp>
      <p:cxnSp>
        <p:nvCxnSpPr>
          <p:cNvPr id="69" name="Connector 68"/>
          <p:cNvCxnSpPr>
            <a:stCxn id="18" idx="2"/>
            <a:endCxn id="18" idx="0"/>
          </p:cNvCxnSpPr>
          <p:nvPr/>
        </p:nvCxnSpPr>
        <p:spPr>
          <a:xfrm flipV="1">
            <a:off x="7772400" y="6991350"/>
            <a:ext cx="0" cy="5334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810500" y="7629525"/>
            <a:ext cx="5048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ParentFrame</a:t>
            </a:r>
          </a:p>
        </p:txBody>
      </p:sp>
      <p:cxnSp>
        <p:nvCxnSpPr>
          <p:cNvPr id="71" name="Connector 70"/>
          <p:cNvCxnSpPr>
            <a:stCxn id="25" idx="2"/>
            <a:endCxn id="20" idx="0"/>
          </p:cNvCxnSpPr>
          <p:nvPr/>
        </p:nvCxnSpPr>
        <p:spPr>
          <a:xfrm flipH="1">
            <a:off x="5200650" y="318135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167562" y="3543300"/>
            <a:ext cx="3333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Dataset</a:t>
            </a:r>
          </a:p>
        </p:txBody>
      </p:sp>
      <p:cxnSp>
        <p:nvCxnSpPr>
          <p:cNvPr id="73" name="Connector 72"/>
          <p:cNvCxnSpPr>
            <a:stCxn id="25" idx="2"/>
            <a:endCxn id="19" idx="0"/>
          </p:cNvCxnSpPr>
          <p:nvPr/>
        </p:nvCxnSpPr>
        <p:spPr>
          <a:xfrm>
            <a:off x="9058275" y="3181350"/>
            <a:ext cx="2571750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0382250" y="4657725"/>
            <a:ext cx="6477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CandidateModel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