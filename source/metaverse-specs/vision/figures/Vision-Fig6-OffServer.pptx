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572250" cy="5105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47650" y="247650"/>
            <a:ext cx="1809750" cy="419100"/>
          </a:xfrm>
          <a:prstGeom prst="round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11111"/>
                </a:solidFill>
              </a:rPr>
              <a:t>Client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52525" y="857250"/>
            <a:ext cx="0" cy="400050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2381250" y="247650"/>
            <a:ext cx="1809750" cy="419100"/>
          </a:xfrm>
          <a:prstGeom prst="round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11111"/>
                </a:solidFill>
              </a:rPr>
              <a:t>OPC UA Server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286125" y="857250"/>
            <a:ext cx="0" cy="400050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514850" y="247650"/>
            <a:ext cx="1809750" cy="419100"/>
          </a:xfrm>
          <a:prstGeom prst="round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11111"/>
                </a:solidFill>
              </a:rPr>
              <a:t>Inference service at EndpointUri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19725" y="857250"/>
            <a:ext cx="0" cy="400050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152525" y="1047750"/>
            <a:ext cx="2133600" cy="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152525" y="876300"/>
            <a:ext cx="21336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111111"/>
                </a:solidFill>
              </a:rPr>
              <a:t>RunInference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286125" y="1428750"/>
            <a:ext cx="2133600" cy="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286125" y="1257300"/>
            <a:ext cx="21336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111111"/>
                </a:solidFill>
              </a:rPr>
              <a:t>authenticated, integrity-protected request (§12.6)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7650" y="1666875"/>
            <a:ext cx="6076950" cy="285750"/>
          </a:xfrm>
          <a:prstGeom prst="rect">
            <a:avLst/>
          </a:prstGeom>
          <a:solidFill>
            <a:srgbClr val="F7F7F7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i="1">
                <a:solidFill>
                  <a:srgbClr val="111111"/>
                </a:solidFill>
              </a:rPr>
              <a:t>alt service responds within LatencyBudget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3286125" y="2190750"/>
            <a:ext cx="2133600" cy="0"/>
          </a:xfrm>
          <a:prstGeom prst="line">
            <a:avLst/>
          </a:prstGeom>
          <a:ln w="12700">
            <a:solidFill>
              <a:srgbClr val="44444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286125" y="2019300"/>
            <a:ext cx="21336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111111"/>
                </a:solidFill>
              </a:rPr>
              <a:t>inference output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1152525" y="2571750"/>
            <a:ext cx="2133600" cy="0"/>
          </a:xfrm>
          <a:prstGeom prst="line">
            <a:avLst/>
          </a:prstGeom>
          <a:ln w="12700">
            <a:solidFill>
              <a:srgbClr val="44444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152525" y="2400300"/>
            <a:ext cx="21336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111111"/>
                </a:solidFill>
              </a:rPr>
              <a:t>ResultId (Good)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7650" y="2809875"/>
            <a:ext cx="6076950" cy="285750"/>
          </a:xfrm>
          <a:prstGeom prst="rect">
            <a:avLst/>
          </a:prstGeom>
          <a:solidFill>
            <a:srgbClr val="F7F7F7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i="1">
                <a:solidFill>
                  <a:srgbClr val="111111"/>
                </a:solidFill>
              </a:rPr>
              <a:t>else unreachable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1152525" y="3333750"/>
            <a:ext cx="2133600" cy="0"/>
          </a:xfrm>
          <a:prstGeom prst="line">
            <a:avLst/>
          </a:prstGeom>
          <a:ln w="12700">
            <a:solidFill>
              <a:srgbClr val="44444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152525" y="3162300"/>
            <a:ext cx="21336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111111"/>
                </a:solidFill>
              </a:rPr>
              <a:t>Bad_ResourceUnavailable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7650" y="3571875"/>
            <a:ext cx="6076950" cy="285750"/>
          </a:xfrm>
          <a:prstGeom prst="rect">
            <a:avLst/>
          </a:prstGeom>
          <a:solidFill>
            <a:srgbClr val="F7F7F7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i="1">
                <a:solidFill>
                  <a:srgbClr val="111111"/>
                </a:solidFill>
              </a:rPr>
              <a:t>else exceeded LatencyBudget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1152525" y="4095750"/>
            <a:ext cx="2133600" cy="0"/>
          </a:xfrm>
          <a:prstGeom prst="line">
            <a:avLst/>
          </a:prstGeom>
          <a:ln w="12700">
            <a:solidFill>
              <a:srgbClr val="44444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152525" y="3924300"/>
            <a:ext cx="21336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111111"/>
                </a:solidFill>
              </a:rPr>
              <a:t>Bad_Timeout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7650" y="4333875"/>
            <a:ext cx="6076950" cy="285750"/>
          </a:xfrm>
          <a:prstGeom prst="rect">
            <a:avLst/>
          </a:prstGeom>
          <a:solidFill>
            <a:srgbClr val="F7F7F7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i="1">
                <a:solidFill>
                  <a:srgbClr val="111111"/>
                </a:solidFill>
              </a:rPr>
              <a:t>State moves to Degraded (§6.6)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1</cp:revision>
  <dcterms:created xsi:type="dcterms:W3CDTF">2026-01-01T00:00:00Z</dcterms:created>
  <dcterms:modified xsi:type="dcterms:W3CDTF">2026-01-01T00:00:00Z</dcterms:modified>
  <cp:category/>
</cp:coreProperties>
</file>