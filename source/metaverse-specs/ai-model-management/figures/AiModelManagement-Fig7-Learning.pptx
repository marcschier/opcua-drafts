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686050" cy="7772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47650" y="476250"/>
            <a:ext cx="2190750" cy="533400"/>
          </a:xfrm>
          <a:prstGeom prst="ellipse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start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47650" y="1562100"/>
            <a:ext cx="2190750" cy="53340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Idle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47650" y="2647950"/>
            <a:ext cx="2190750" cy="53340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Collecting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7650" y="3733800"/>
            <a:ext cx="2190750" cy="53340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Training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7650" y="4819650"/>
            <a:ext cx="2190750" cy="53340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Validating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7650" y="5905500"/>
            <a:ext cx="2190750" cy="53340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Ready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7650" y="6991350"/>
            <a:ext cx="2190750" cy="53340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Promoted</a:t>
            </a:r>
          </a:p>
        </p:txBody>
      </p:sp>
      <p:cxnSp>
        <p:nvCxnSpPr>
          <p:cNvPr id="9" name="Connector 8"/>
          <p:cNvCxnSpPr>
            <a:stCxn id="2" idx="2"/>
            <a:endCxn id="3" idx="0"/>
          </p:cNvCxnSpPr>
          <p:nvPr/>
        </p:nvCxnSpPr>
        <p:spPr>
          <a:xfrm>
            <a:off x="1343025" y="1009650"/>
            <a:ext cx="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>
            <a:stCxn id="3" idx="2"/>
            <a:endCxn id="4" idx="0"/>
          </p:cNvCxnSpPr>
          <p:nvPr/>
        </p:nvCxnSpPr>
        <p:spPr>
          <a:xfrm>
            <a:off x="1343025" y="2095500"/>
            <a:ext cx="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381125" y="2314575"/>
            <a:ext cx="59055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StartCollection</a:t>
            </a:r>
          </a:p>
        </p:txBody>
      </p:sp>
      <p:cxnSp>
        <p:nvCxnSpPr>
          <p:cNvPr id="12" name="Connector 11"/>
          <p:cNvCxnSpPr>
            <a:stCxn id="4" idx="2"/>
            <a:endCxn id="5" idx="0"/>
          </p:cNvCxnSpPr>
          <p:nvPr/>
        </p:nvCxnSpPr>
        <p:spPr>
          <a:xfrm>
            <a:off x="1343025" y="3181350"/>
            <a:ext cx="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381125" y="3400425"/>
            <a:ext cx="6096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TriggerTraining</a:t>
            </a:r>
          </a:p>
        </p:txBody>
      </p:sp>
      <p:cxnSp>
        <p:nvCxnSpPr>
          <p:cNvPr id="14" name="Connector 13"/>
          <p:cNvCxnSpPr>
            <a:stCxn id="5" idx="2"/>
            <a:endCxn id="6" idx="0"/>
          </p:cNvCxnSpPr>
          <p:nvPr/>
        </p:nvCxnSpPr>
        <p:spPr>
          <a:xfrm>
            <a:off x="1343025" y="4267200"/>
            <a:ext cx="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>
            <a:stCxn id="6" idx="2"/>
            <a:endCxn id="7" idx="0"/>
          </p:cNvCxnSpPr>
          <p:nvPr/>
        </p:nvCxnSpPr>
        <p:spPr>
          <a:xfrm>
            <a:off x="1343025" y="5353050"/>
            <a:ext cx="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>
            <a:stCxn id="7" idx="2"/>
            <a:endCxn id="8" idx="0"/>
          </p:cNvCxnSpPr>
          <p:nvPr/>
        </p:nvCxnSpPr>
        <p:spPr>
          <a:xfrm>
            <a:off x="1343025" y="6438900"/>
            <a:ext cx="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381125" y="6657975"/>
            <a:ext cx="59055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PromoteModel</a:t>
            </a:r>
          </a:p>
        </p:txBody>
      </p:sp>
      <p:cxnSp>
        <p:nvCxnSpPr>
          <p:cNvPr id="18" name="Connector 17"/>
          <p:cNvCxnSpPr>
            <a:stCxn id="8" idx="2"/>
            <a:endCxn id="4" idx="0"/>
          </p:cNvCxnSpPr>
          <p:nvPr/>
        </p:nvCxnSpPr>
        <p:spPr>
          <a:xfrm flipV="1">
            <a:off x="1343025" y="2647950"/>
            <a:ext cx="0" cy="487680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381125" y="5457825"/>
            <a:ext cx="59055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StartCollection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2026-01-01T00:00:00Z</dcterms:created>
  <dcterms:modified xsi:type="dcterms:W3CDTF">2026-01-01T00:00:00Z</dcterms:modified>
  <cp:category/>
</cp:coreProperties>
</file>