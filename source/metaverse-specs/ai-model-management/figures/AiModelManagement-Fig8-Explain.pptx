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 published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the artefact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catalogue entry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the model it came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EvaluationRunType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ModelCardType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64865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>
            <a:off x="64865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24625" y="2314575"/>
            <a:ext cx="4667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ModelUsed</a:t>
            </a:r>
          </a:p>
        </p:txBody>
      </p:sp>
      <p:cxnSp>
        <p:nvCxnSpPr>
          <p:cNvPr id="13" name="Connector 12"/>
          <p:cNvCxnSpPr>
            <a:stCxn id="4" idx="2"/>
            <a:endCxn id="5" idx="0"/>
          </p:cNvCxnSpPr>
          <p:nvPr/>
        </p:nvCxnSpPr>
        <p:spPr>
          <a:xfrm flipH="1">
            <a:off x="13430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52875" y="3400425"/>
            <a:ext cx="2952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Digest</a:t>
            </a:r>
          </a:p>
        </p:txBody>
      </p:sp>
      <p:cxnSp>
        <p:nvCxnSpPr>
          <p:cNvPr id="15" name="Connector 14"/>
          <p:cNvCxnSpPr>
            <a:stCxn id="4" idx="2"/>
            <a:endCxn id="6" idx="0"/>
          </p:cNvCxnSpPr>
          <p:nvPr/>
        </p:nvCxnSpPr>
        <p:spPr>
          <a:xfrm flipH="1"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38750" y="3400425"/>
            <a:ext cx="581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ImportedFrom</a:t>
            </a:r>
          </a:p>
        </p:txBody>
      </p:sp>
      <p:cxnSp>
        <p:nvCxnSpPr>
          <p:cNvPr id="17" name="Connector 16"/>
          <p:cNvCxnSpPr>
            <a:stCxn id="4" idx="2"/>
            <a:endCxn id="7" idx="0"/>
          </p:cNvCxnSpPr>
          <p:nvPr/>
        </p:nvCxnSpPr>
        <p:spPr>
          <a:xfrm>
            <a:off x="64865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4625" y="3400425"/>
            <a:ext cx="5238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DerivedFrom</a:t>
            </a:r>
          </a:p>
        </p:txBody>
      </p:sp>
      <p:cxnSp>
        <p:nvCxnSpPr>
          <p:cNvPr id="19" name="Connector 18"/>
          <p:cNvCxnSpPr>
            <a:stCxn id="4" idx="2"/>
            <a:endCxn id="8" idx="0"/>
          </p:cNvCxnSpPr>
          <p:nvPr/>
        </p:nvCxnSpPr>
        <p:spPr>
          <a:xfrm>
            <a:off x="64865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0500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EvaluatedBy</a:t>
            </a:r>
          </a:p>
        </p:txBody>
      </p:sp>
      <p:cxnSp>
        <p:nvCxnSpPr>
          <p:cNvPr id="21" name="Connector 20"/>
          <p:cNvCxnSpPr>
            <a:stCxn id="4" idx="2"/>
            <a:endCxn id="9" idx="0"/>
          </p:cNvCxnSpPr>
          <p:nvPr/>
        </p:nvCxnSpPr>
        <p:spPr>
          <a:xfrm>
            <a:off x="64865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96375" y="3400425"/>
            <a:ext cx="238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