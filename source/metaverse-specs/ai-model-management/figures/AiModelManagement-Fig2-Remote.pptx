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572250" cy="320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76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Client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52525" y="857250"/>
            <a:ext cx="0" cy="2095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3812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OPC UA Server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86125" y="857250"/>
            <a:ext cx="0" cy="2095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148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Remote endpoint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19725" y="857250"/>
            <a:ext cx="0" cy="2095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52525" y="1047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52525" y="876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Invoke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86125" y="1428750"/>
            <a:ext cx="66675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286125" y="1257300"/>
            <a:ext cx="1143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read Source: dialect, credential, capabilities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86125" y="1809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286125" y="1638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request in the dialect the endpoint speaks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3286125" y="2190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286125" y="2019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response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1152525" y="2571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52525" y="2400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response, ModelUsed, Usage, FinishReason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