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401300" cy="3429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819400" y="4762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a published result</a:t>
            </a:r>
          </a:p>
        </p:txBody>
      </p:sp>
      <p:sp>
        <p:nvSpPr>
          <p:cNvPr id="3" name="Rectangle 2"/>
          <p:cNvSpPr/>
          <p:nvPr/>
        </p:nvSpPr>
        <p:spPr>
          <a:xfrm>
            <a:off x="4105275" y="15621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ModelType</a:t>
            </a:r>
          </a:p>
        </p:txBody>
      </p:sp>
      <p:sp>
        <p:nvSpPr>
          <p:cNvPr id="4" name="Rectangle 3"/>
          <p:cNvSpPr/>
          <p:nvPr/>
        </p:nvSpPr>
        <p:spPr>
          <a:xfrm>
            <a:off x="5391150" y="4762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DeploymentType</a:t>
            </a:r>
          </a:p>
        </p:txBody>
      </p:sp>
      <p:sp>
        <p:nvSpPr>
          <p:cNvPr id="5" name="Rectangle 4"/>
          <p:cNvSpPr/>
          <p:nvPr/>
        </p:nvSpPr>
        <p:spPr>
          <a:xfrm>
            <a:off x="24765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the artefact bytes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81940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catalogue resource</a:t>
            </a:r>
          </a:p>
          <a:p>
            <a:pPr algn="ctr"/>
            <a:r>
              <a:rPr sz="900">
                <a:solidFill>
                  <a:srgbClr val="111111"/>
                </a:solidFill>
              </a:rPr>
              <a:t>where it came from</a:t>
            </a:r>
          </a:p>
        </p:txBody>
      </p:sp>
      <p:sp>
        <p:nvSpPr>
          <p:cNvPr id="7" name="Rectangle 6"/>
          <p:cNvSpPr/>
          <p:nvPr/>
        </p:nvSpPr>
        <p:spPr>
          <a:xfrm>
            <a:off x="539115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the model it came from</a:t>
            </a:r>
          </a:p>
        </p:txBody>
      </p:sp>
      <p:sp>
        <p:nvSpPr>
          <p:cNvPr id="8" name="Rectangle 7"/>
          <p:cNvSpPr/>
          <p:nvPr/>
        </p:nvSpPr>
        <p:spPr>
          <a:xfrm>
            <a:off x="796290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DatasetType</a:t>
            </a:r>
          </a:p>
        </p:txBody>
      </p:sp>
      <p:cxnSp>
        <p:nvCxnSpPr>
          <p:cNvPr id="9" name="Connector 8"/>
          <p:cNvCxnSpPr>
            <a:stCxn id="2" idx="2"/>
            <a:endCxn id="3" idx="0"/>
          </p:cNvCxnSpPr>
          <p:nvPr/>
        </p:nvCxnSpPr>
        <p:spPr>
          <a:xfrm>
            <a:off x="3914775" y="1009650"/>
            <a:ext cx="1285875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595812" y="1228725"/>
            <a:ext cx="46672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ModelUsed</a:t>
            </a:r>
          </a:p>
        </p:txBody>
      </p:sp>
      <p:cxnSp>
        <p:nvCxnSpPr>
          <p:cNvPr id="11" name="Connector 10"/>
          <p:cNvCxnSpPr>
            <a:stCxn id="4" idx="2"/>
            <a:endCxn id="3" idx="0"/>
          </p:cNvCxnSpPr>
          <p:nvPr/>
        </p:nvCxnSpPr>
        <p:spPr>
          <a:xfrm flipH="1">
            <a:off x="5200650" y="1009650"/>
            <a:ext cx="1285875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881687" y="1228725"/>
            <a:ext cx="9144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UsesModel</a:t>
            </a:r>
          </a:p>
          <a:p>
            <a:r>
              <a:t>serving now</a:t>
            </a:r>
          </a:p>
        </p:txBody>
      </p:sp>
      <p:cxnSp>
        <p:nvCxnSpPr>
          <p:cNvPr id="13" name="Connector 12"/>
          <p:cNvCxnSpPr>
            <a:stCxn id="3" idx="2"/>
            <a:endCxn id="5" idx="0"/>
          </p:cNvCxnSpPr>
          <p:nvPr/>
        </p:nvCxnSpPr>
        <p:spPr>
          <a:xfrm flipH="1">
            <a:off x="1343025" y="2095500"/>
            <a:ext cx="3857625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309937" y="2314575"/>
            <a:ext cx="9525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Digest + DigestAlgorithm</a:t>
            </a:r>
          </a:p>
        </p:txBody>
      </p:sp>
      <p:cxnSp>
        <p:nvCxnSpPr>
          <p:cNvPr id="15" name="Connector 14"/>
          <p:cNvCxnSpPr>
            <a:stCxn id="3" idx="2"/>
            <a:endCxn id="6" idx="0"/>
          </p:cNvCxnSpPr>
          <p:nvPr/>
        </p:nvCxnSpPr>
        <p:spPr>
          <a:xfrm flipH="1">
            <a:off x="3914775" y="2095500"/>
            <a:ext cx="1285875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595812" y="2314575"/>
            <a:ext cx="58102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ImportedFrom</a:t>
            </a:r>
          </a:p>
        </p:txBody>
      </p:sp>
      <p:cxnSp>
        <p:nvCxnSpPr>
          <p:cNvPr id="17" name="Connector 16"/>
          <p:cNvCxnSpPr>
            <a:stCxn id="3" idx="2"/>
            <a:endCxn id="7" idx="0"/>
          </p:cNvCxnSpPr>
          <p:nvPr/>
        </p:nvCxnSpPr>
        <p:spPr>
          <a:xfrm>
            <a:off x="5200650" y="2095500"/>
            <a:ext cx="1285875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881687" y="2314575"/>
            <a:ext cx="52387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DerivedFrom</a:t>
            </a:r>
          </a:p>
        </p:txBody>
      </p:sp>
      <p:cxnSp>
        <p:nvCxnSpPr>
          <p:cNvPr id="19" name="Connector 18"/>
          <p:cNvCxnSpPr>
            <a:stCxn id="3" idx="2"/>
            <a:endCxn id="8" idx="0"/>
          </p:cNvCxnSpPr>
          <p:nvPr/>
        </p:nvCxnSpPr>
        <p:spPr>
          <a:xfrm>
            <a:off x="5200650" y="2095500"/>
            <a:ext cx="3857625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167562" y="2314575"/>
            <a:ext cx="43815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TrainedOn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1</cp:revision>
  <dcterms:created xsi:type="dcterms:W3CDTF">2026-01-01T00:00:00Z</dcterms:created>
  <dcterms:modified xsi:type="dcterms:W3CDTF">2026-01-01T00:00:00Z</dcterms:modified>
  <cp:category/>
</cp:coreProperties>
</file>