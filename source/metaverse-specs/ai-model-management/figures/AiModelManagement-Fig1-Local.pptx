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860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InferenceLocation OnServer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local artefact</a:t>
            </a:r>
          </a:p>
        </p:txBody>
      </p:sp>
      <p:cxnSp>
        <p:nvCxnSpPr>
          <p:cNvPr id="6" name="Connector 5"/>
          <p:cNvCxnSpPr>
            <a:stCxn id="2" idx="2"/>
            <a:endCxn id="3" idx="0"/>
          </p:cNvCxnSpPr>
          <p:nvPr/>
        </p:nvCxnSpPr>
        <p:spPr>
          <a:xfrm>
            <a:off x="13430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81125" y="1228725"/>
            <a:ext cx="3048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Invoke</a:t>
            </a:r>
          </a:p>
        </p:txBody>
      </p:sp>
      <p:cxnSp>
        <p:nvCxnSpPr>
          <p:cNvPr id="8" name="Connector 7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81125" y="2314575"/>
            <a:ext cx="4476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UsesModel</a:t>
            </a:r>
          </a:p>
        </p:txBody>
      </p:sp>
      <p:cxnSp>
        <p:nvCxnSpPr>
          <p:cNvPr id="10" name="Connector 9"/>
          <p:cNvCxnSpPr>
            <a:stCxn id="4" idx="2"/>
            <a:endCxn id="5" idx="0"/>
          </p:cNvCxnSpPr>
          <p:nvPr/>
        </p:nvCxnSpPr>
        <p:spPr>
          <a:xfrm>
            <a:off x="13430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81125" y="3400425"/>
            <a:ext cx="2952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Digest</a:t>
            </a:r>
          </a:p>
        </p:txBody>
      </p:sp>
      <p:cxnSp>
        <p:nvCxnSpPr>
          <p:cNvPr id="12" name="Connector 11"/>
          <p:cNvCxnSpPr>
            <a:stCxn id="3" idx="2"/>
            <a:endCxn id="2" idx="0"/>
          </p:cNvCxnSpPr>
          <p:nvPr/>
        </p:nvCxnSpPr>
        <p:spPr>
          <a:xfrm flipV="1">
            <a:off x="1343025" y="47625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81125" y="1371600"/>
            <a:ext cx="8572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response + ModelUsed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