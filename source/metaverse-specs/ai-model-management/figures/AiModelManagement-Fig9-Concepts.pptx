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ModelRegistryType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&lt;i&gt;catalogue&lt;/i&gt;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DatasetType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ModelSourceType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&lt;i&gt;somewhere else&lt;/i&gt;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&lt;i&gt;fallback&lt;/i&gt;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LearningJobType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1343025" y="10096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81125" y="1771650"/>
            <a:ext cx="819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ModelImportJobType</a:t>
            </a:r>
          </a:p>
        </p:txBody>
      </p:sp>
      <p:cxnSp>
        <p:nvCxnSpPr>
          <p:cNvPr id="12" name="Connector 11"/>
          <p:cNvCxnSpPr>
            <a:stCxn id="3" idx="2"/>
            <a:endCxn id="4" idx="0"/>
          </p:cNvCxnSpPr>
          <p:nvPr/>
        </p:nvCxnSpPr>
        <p:spPr>
          <a:xfrm>
            <a:off x="13430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67000" y="3400425"/>
            <a:ext cx="4381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TrainedOn</a:t>
            </a:r>
          </a:p>
        </p:txBody>
      </p:sp>
      <p:cxnSp>
        <p:nvCxnSpPr>
          <p:cNvPr id="14" name="Connector 13"/>
          <p:cNvCxnSpPr>
            <a:stCxn id="5" idx="2"/>
            <a:endCxn id="3" idx="0"/>
          </p:cNvCxnSpPr>
          <p:nvPr/>
        </p:nvCxnSpPr>
        <p:spPr>
          <a:xfrm flipH="1">
            <a:off x="1343025" y="20955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67000" y="2314575"/>
            <a:ext cx="4476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UsesModel</a:t>
            </a:r>
          </a:p>
        </p:txBody>
      </p:sp>
      <p:cxnSp>
        <p:nvCxnSpPr>
          <p:cNvPr id="16" name="Connector 15"/>
          <p:cNvCxnSpPr>
            <a:stCxn id="5" idx="2"/>
            <a:endCxn id="6" idx="0"/>
          </p:cNvCxnSpPr>
          <p:nvPr/>
        </p:nvCxnSpPr>
        <p:spPr>
          <a:xfrm>
            <a:off x="39147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52875" y="2314575"/>
            <a:ext cx="3143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Source</a:t>
            </a:r>
          </a:p>
        </p:txBody>
      </p:sp>
      <p:cxnSp>
        <p:nvCxnSpPr>
          <p:cNvPr id="18" name="Connector 17"/>
          <p:cNvCxnSpPr>
            <a:stCxn id="5" idx="2"/>
            <a:endCxn id="7" idx="0"/>
          </p:cNvCxnSpPr>
          <p:nvPr/>
        </p:nvCxnSpPr>
        <p:spPr>
          <a:xfrm>
            <a:off x="3914775" y="20955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38750" y="2314575"/>
            <a:ext cx="4667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FallsBackTo</a:t>
            </a:r>
          </a:p>
        </p:txBody>
      </p:sp>
      <p:cxnSp>
        <p:nvCxnSpPr>
          <p:cNvPr id="20" name="Connector 19"/>
          <p:cNvCxnSpPr>
            <a:stCxn id="8" idx="2"/>
            <a:endCxn id="5" idx="0"/>
          </p:cNvCxnSpPr>
          <p:nvPr/>
        </p:nvCxnSpPr>
        <p:spPr>
          <a:xfrm>
            <a:off x="39147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52875" y="1228725"/>
            <a:ext cx="3048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Invoke</a:t>
            </a:r>
          </a:p>
        </p:txBody>
      </p:sp>
      <p:cxnSp>
        <p:nvCxnSpPr>
          <p:cNvPr id="22" name="Connector 21"/>
          <p:cNvCxnSpPr>
            <a:stCxn id="9" idx="2"/>
            <a:endCxn id="3" idx="0"/>
          </p:cNvCxnSpPr>
          <p:nvPr/>
        </p:nvCxnSpPr>
        <p:spPr>
          <a:xfrm flipH="1">
            <a:off x="1343025" y="100965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52875" y="2486025"/>
            <a:ext cx="6477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CandidateModel</a:t>
            </a:r>
          </a:p>
        </p:txBody>
      </p:sp>
      <p:cxnSp>
        <p:nvCxnSpPr>
          <p:cNvPr id="24" name="Connector 23"/>
          <p:cNvCxnSpPr>
            <a:stCxn id="9" idx="2"/>
            <a:endCxn id="4" idx="0"/>
          </p:cNvCxnSpPr>
          <p:nvPr/>
        </p:nvCxnSpPr>
        <p:spPr>
          <a:xfrm flipH="1">
            <a:off x="3914775" y="100965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38750" y="2457450"/>
            <a:ext cx="3333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Dataset</a:t>
            </a:r>
          </a:p>
        </p:txBody>
      </p:sp>
      <p:cxnSp>
        <p:nvCxnSpPr>
          <p:cNvPr id="26" name="Connector 25"/>
          <p:cNvCxnSpPr>
            <a:stCxn id="9" idx="2"/>
            <a:endCxn id="5" idx="0"/>
          </p:cNvCxnSpPr>
          <p:nvPr/>
        </p:nvCxnSpPr>
        <p:spPr>
          <a:xfrm flipH="1">
            <a:off x="3914775" y="10096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38750" y="1228725"/>
            <a:ext cx="8953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PromoteModel updates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