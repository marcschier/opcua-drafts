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72250" cy="396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476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Client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11525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3"/>
          <p:cNvSpPr/>
          <p:nvPr/>
        </p:nvSpPr>
        <p:spPr>
          <a:xfrm>
            <a:off x="23812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DeploymentType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2861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14850" y="247650"/>
            <a:ext cx="1809750" cy="419100"/>
          </a:xfrm>
          <a:prstGeom prst="round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 b="1">
                <a:solidFill>
                  <a:srgbClr val="111111"/>
                </a:solidFill>
              </a:rPr>
              <a:t>InferenceJobType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419725" y="857250"/>
            <a:ext cx="0" cy="2857500"/>
          </a:xfrm>
          <a:prstGeom prst="line">
            <a:avLst/>
          </a:prstGeom>
          <a:ln w="9525">
            <a:solidFill>
              <a:srgbClr val="99999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152525" y="1047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52525" y="876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InvokeAsync(Payload or PayloadUri, ContentType, Parameters)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52525" y="1428750"/>
            <a:ext cx="21336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152525" y="1257300"/>
            <a:ext cx="21336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Job (NodeId)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52525" y="1809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152525" y="1638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Subscribe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152525" y="2190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152525" y="2019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CurrentState Running, Progress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7650" y="2428875"/>
            <a:ext cx="6076950" cy="285750"/>
          </a:xfrm>
          <a:prstGeom prst="rect">
            <a:avLst/>
          </a:prstGeom>
          <a:solidFill>
            <a:srgbClr val="F7F7F7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i="1">
                <a:solidFill>
                  <a:srgbClr val="111111"/>
                </a:solidFill>
              </a:rPr>
              <a:t>the Part 10 lifecycle, not a poll loop</a:t>
            </a:r>
          </a:p>
        </p:txBody>
      </p:sp>
      <p:cxnSp>
        <p:nvCxnSpPr>
          <p:cNvPr id="17" name="Connector 16"/>
          <p:cNvCxnSpPr/>
          <p:nvPr/>
        </p:nvCxnSpPr>
        <p:spPr>
          <a:xfrm flipH="1">
            <a:off x="1152525" y="2952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152525" y="2781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CurrentState Halted, FinishReason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152525" y="3333750"/>
            <a:ext cx="4267200" cy="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152525" y="3162300"/>
            <a:ext cx="4267200" cy="19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>
                <a:solidFill>
                  <a:srgbClr val="111111"/>
                </a:solidFill>
              </a:rPr>
              <a:t>read ResponsePayload, ModelUsed, Usage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