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InferenceTransferType</a:t>
            </a:r>
          </a:p>
        </p:txBody>
      </p:sp>
      <p:cxnSp>
        <p:nvCxnSpPr>
          <p:cNvPr id="5" name="Connector 4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24062" y="1228725"/>
            <a:ext cx="9810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read MaxInlinePayloadSize</a:t>
            </a:r>
          </a:p>
        </p:txBody>
      </p:sp>
      <p:cxnSp>
        <p:nvCxnSpPr>
          <p:cNvPr id="7" name="Connector 6"/>
          <p:cNvCxnSpPr>
            <a:stCxn id="2" idx="2"/>
            <a:endCxn id="4" idx="0"/>
          </p:cNvCxnSpPr>
          <p:nvPr/>
        </p:nvCxnSpPr>
        <p:spPr>
          <a:xfrm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09937" y="122872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BeginTransfer</a:t>
            </a:r>
          </a:p>
        </p:txBody>
      </p:sp>
      <p:cxnSp>
        <p:nvCxnSpPr>
          <p:cNvPr id="9" name="Connector 8"/>
          <p:cNvCxnSpPr>
            <a:stCxn id="2" idx="2"/>
            <a:endCxn id="4" idx="0"/>
          </p:cNvCxnSpPr>
          <p:nvPr/>
        </p:nvCxnSpPr>
        <p:spPr>
          <a:xfrm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09937" y="1371600"/>
            <a:ext cx="1000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Request: Open/Write/Close</a:t>
            </a:r>
          </a:p>
        </p:txBody>
      </p:sp>
      <p:cxnSp>
        <p:nvCxnSpPr>
          <p:cNvPr id="11" name="Connector 10"/>
          <p:cNvCxnSpPr>
            <a:stCxn id="2" idx="2"/>
            <a:endCxn id="4" idx="0"/>
          </p:cNvCxnSpPr>
          <p:nvPr/>
        </p:nvCxnSpPr>
        <p:spPr>
          <a:xfrm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9937" y="2228850"/>
            <a:ext cx="3429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Execute</a:t>
            </a:r>
          </a:p>
        </p:txBody>
      </p:sp>
      <p:cxnSp>
        <p:nvCxnSpPr>
          <p:cNvPr id="13" name="Connector 12"/>
          <p:cNvCxnSpPr>
            <a:stCxn id="4" idx="2"/>
            <a:endCxn id="2" idx="0"/>
          </p:cNvCxnSpPr>
          <p:nvPr/>
        </p:nvCxnSpPr>
        <p:spPr>
          <a:xfrm flipH="1" flipV="1">
            <a:off x="2628900" y="476250"/>
            <a:ext cx="1285875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09937" y="2371725"/>
            <a:ext cx="10382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Response: Open/Read/Close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