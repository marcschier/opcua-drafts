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Primary deployment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Cloud or EdgeOffServer</a:t>
            </a:r>
          </a:p>
        </p:txBody>
      </p:sp>
      <p:sp>
        <p:nvSpPr>
          <p:cNvPr id="4" name="Diamond 3"/>
          <p:cNvSpPr/>
          <p:nvPr/>
        </p:nvSpPr>
        <p:spPr>
          <a:xfrm>
            <a:off x="2819400" y="2647950"/>
            <a:ext cx="2190750" cy="533400"/>
          </a:xfrm>
          <a:prstGeom prst="diamond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reachable?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response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ModelUsed = primary model</a:t>
            </a:r>
          </a:p>
        </p:txBody>
      </p:sp>
      <p:sp>
        <p:nvSpPr>
          <p:cNvPr id="6" name="Diamond 5"/>
          <p:cNvSpPr/>
          <p:nvPr/>
        </p:nvSpPr>
        <p:spPr>
          <a:xfrm>
            <a:off x="4105275" y="3733800"/>
            <a:ext cx="2190750" cy="533400"/>
          </a:xfrm>
          <a:prstGeom prst="diamond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FallbackPolicy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Secondary deployment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OnServer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response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&lt;b&gt;ModelUsed = secondary model&lt;/b&gt;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last result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LastSuccessAt shows its 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failure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nothing produced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52875" y="1228725"/>
            <a:ext cx="304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Invoke</a:t>
            </a:r>
          </a:p>
        </p:txBody>
      </p: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2"/>
            <a:endCxn id="5" idx="0"/>
          </p:cNvCxnSpPr>
          <p:nvPr/>
        </p:nvCxnSpPr>
        <p:spPr>
          <a:xfrm flipH="1"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09937" y="3400425"/>
            <a:ext cx="190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yes</a:t>
            </a:r>
          </a:p>
        </p:txBody>
      </p:sp>
      <p:cxnSp>
        <p:nvCxnSpPr>
          <p:cNvPr id="16" name="Connector 15"/>
          <p:cNvCxnSpPr>
            <a:stCxn id="4" idx="2"/>
            <a:endCxn id="6" idx="0"/>
          </p:cNvCxnSpPr>
          <p:nvPr/>
        </p:nvCxnSpPr>
        <p:spPr>
          <a:xfrm>
            <a:off x="391477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95812" y="3400425"/>
            <a:ext cx="171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no</a:t>
            </a:r>
          </a:p>
        </p:txBody>
      </p:sp>
      <p:cxnSp>
        <p:nvCxnSpPr>
          <p:cNvPr id="18" name="Connector 17"/>
          <p:cNvCxnSpPr>
            <a:stCxn id="6" idx="2"/>
            <a:endCxn id="7" idx="0"/>
          </p:cNvCxnSpPr>
          <p:nvPr/>
        </p:nvCxnSpPr>
        <p:spPr>
          <a:xfrm flipH="1">
            <a:off x="1343025" y="42672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09937" y="448627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FallBackTo</a:t>
            </a:r>
          </a:p>
        </p:txBody>
      </p:sp>
      <p:cxnSp>
        <p:nvCxnSpPr>
          <p:cNvPr id="20" name="Connector 19"/>
          <p:cNvCxnSpPr>
            <a:stCxn id="7" idx="2"/>
            <a:endCxn id="8" idx="0"/>
          </p:cNvCxnSpPr>
          <p:nvPr/>
        </p:nvCxnSpPr>
        <p:spPr>
          <a:xfrm>
            <a:off x="1343025" y="53530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6" idx="2"/>
            <a:endCxn id="9" idx="0"/>
          </p:cNvCxnSpPr>
          <p:nvPr/>
        </p:nvCxnSpPr>
        <p:spPr>
          <a:xfrm flipH="1">
            <a:off x="391477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5812" y="4486275"/>
            <a:ext cx="381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HoldLast</a:t>
            </a:r>
          </a:p>
        </p:txBody>
      </p:sp>
      <p:cxnSp>
        <p:nvCxnSpPr>
          <p:cNvPr id="23" name="Connector 22"/>
          <p:cNvCxnSpPr>
            <a:stCxn id="6" idx="2"/>
            <a:endCxn id="10" idx="0"/>
          </p:cNvCxnSpPr>
          <p:nvPr/>
        </p:nvCxnSpPr>
        <p:spPr>
          <a:xfrm>
            <a:off x="5200650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81687" y="4486275"/>
            <a:ext cx="190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