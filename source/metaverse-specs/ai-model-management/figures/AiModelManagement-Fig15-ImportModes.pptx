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25780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533525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ModelImportJobType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Source or Registry, ModelReference, Mode</a:t>
            </a:r>
          </a:p>
        </p:txBody>
      </p:sp>
      <p:sp>
        <p:nvSpPr>
          <p:cNvPr id="3" name="Diamond 2"/>
          <p:cNvSpPr/>
          <p:nvPr/>
        </p:nvSpPr>
        <p:spPr>
          <a:xfrm>
            <a:off x="1533525" y="1562100"/>
            <a:ext cx="2190750" cy="533400"/>
          </a:xfrm>
          <a:prstGeom prst="diamond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Mode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24765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materialize ModelType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artefact stays at the source</a:t>
            </a:r>
          </a:p>
        </p:txBody>
      </p:sp>
      <p:sp>
        <p:nvSpPr>
          <p:cNvPr id="5" name="Diamond 4"/>
          <p:cNvSpPr/>
          <p:nvPr/>
        </p:nvSpPr>
        <p:spPr>
          <a:xfrm>
            <a:off x="1533525" y="2647950"/>
            <a:ext cx="2190750" cy="533400"/>
          </a:xfrm>
          <a:prstGeom prst="diamond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target InferenceLocation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OnServer or EdgeOffServer?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281940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fetch artefact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BytesTransferred climbs</a:t>
            </a:r>
          </a:p>
        </p:txBody>
      </p:sp>
      <p:sp>
        <p:nvSpPr>
          <p:cNvPr id="7" name="Diamond 6"/>
          <p:cNvSpPr/>
          <p:nvPr/>
        </p:nvSpPr>
        <p:spPr>
          <a:xfrm>
            <a:off x="1533525" y="4819650"/>
            <a:ext cx="2190750" cy="533400"/>
          </a:xfrm>
          <a:prstGeom prst="diamond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computed Digest ==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catalogue Digest?</a:t>
            </a:r>
          </a:p>
        </p:txBody>
      </p:sp>
      <p:sp>
        <p:nvSpPr>
          <p:cNvPr id="8" name="Rectangle 7"/>
          <p:cNvSpPr/>
          <p:nvPr/>
        </p:nvSpPr>
        <p:spPr>
          <a:xfrm>
            <a:off x="247650" y="59055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DigestVerified true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artefact deployable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2819400" y="59055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DigestVerified false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Halted, LastError set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SHALL NOT deploy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33525" y="69913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ImportedModel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ImportedFrom the catalogue resource</a:t>
            </a:r>
          </a:p>
        </p:txBody>
      </p:sp>
      <p:cxnSp>
        <p:nvCxnSpPr>
          <p:cNvPr id="11" name="Connector 10"/>
          <p:cNvCxnSpPr>
            <a:stCxn id="2" idx="2"/>
            <a:endCxn id="3" idx="0"/>
          </p:cNvCxnSpPr>
          <p:nvPr/>
        </p:nvCxnSpPr>
        <p:spPr>
          <a:xfrm>
            <a:off x="2628900" y="100965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>
            <a:stCxn id="3" idx="2"/>
            <a:endCxn id="4" idx="0"/>
          </p:cNvCxnSpPr>
          <p:nvPr/>
        </p:nvCxnSpPr>
        <p:spPr>
          <a:xfrm flipH="1">
            <a:off x="1343025" y="2095500"/>
            <a:ext cx="1285875" cy="16383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024062" y="3286125"/>
            <a:ext cx="3714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Federate</a:t>
            </a:r>
          </a:p>
        </p:txBody>
      </p:sp>
      <p:cxnSp>
        <p:nvCxnSpPr>
          <p:cNvPr id="14" name="Connector 13"/>
          <p:cNvCxnSpPr>
            <a:stCxn id="3" idx="2"/>
            <a:endCxn id="5" idx="0"/>
          </p:cNvCxnSpPr>
          <p:nvPr/>
        </p:nvCxnSpPr>
        <p:spPr>
          <a:xfrm>
            <a:off x="2628900" y="209550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667000" y="2314575"/>
            <a:ext cx="24765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Auto</a:t>
            </a:r>
          </a:p>
        </p:txBody>
      </p:sp>
      <p:cxnSp>
        <p:nvCxnSpPr>
          <p:cNvPr id="16" name="Connector 15"/>
          <p:cNvCxnSpPr>
            <a:stCxn id="5" idx="2"/>
            <a:endCxn id="4" idx="0"/>
          </p:cNvCxnSpPr>
          <p:nvPr/>
        </p:nvCxnSpPr>
        <p:spPr>
          <a:xfrm flipH="1">
            <a:off x="1343025" y="318135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024062" y="3543300"/>
            <a:ext cx="17145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no</a:t>
            </a:r>
          </a:p>
        </p:txBody>
      </p:sp>
      <p:cxnSp>
        <p:nvCxnSpPr>
          <p:cNvPr id="18" name="Connector 17"/>
          <p:cNvCxnSpPr>
            <a:stCxn id="5" idx="2"/>
            <a:endCxn id="6" idx="0"/>
          </p:cNvCxnSpPr>
          <p:nvPr/>
        </p:nvCxnSpPr>
        <p:spPr>
          <a:xfrm>
            <a:off x="2628900" y="318135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309937" y="3400425"/>
            <a:ext cx="1905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yes</a:t>
            </a:r>
          </a:p>
        </p:txBody>
      </p:sp>
      <p:cxnSp>
        <p:nvCxnSpPr>
          <p:cNvPr id="20" name="Connector 19"/>
          <p:cNvCxnSpPr>
            <a:stCxn id="3" idx="2"/>
            <a:endCxn id="6" idx="0"/>
          </p:cNvCxnSpPr>
          <p:nvPr/>
        </p:nvCxnSpPr>
        <p:spPr>
          <a:xfrm>
            <a:off x="2628900" y="2095500"/>
            <a:ext cx="1285875" cy="16383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309937" y="3571875"/>
            <a:ext cx="2667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Stage</a:t>
            </a:r>
          </a:p>
        </p:txBody>
      </p:sp>
      <p:cxnSp>
        <p:nvCxnSpPr>
          <p:cNvPr id="22" name="Connector 21"/>
          <p:cNvCxnSpPr>
            <a:stCxn id="6" idx="2"/>
            <a:endCxn id="7" idx="0"/>
          </p:cNvCxnSpPr>
          <p:nvPr/>
        </p:nvCxnSpPr>
        <p:spPr>
          <a:xfrm flipH="1">
            <a:off x="2628900" y="426720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>
            <a:stCxn id="7" idx="2"/>
            <a:endCxn id="8" idx="0"/>
          </p:cNvCxnSpPr>
          <p:nvPr/>
        </p:nvCxnSpPr>
        <p:spPr>
          <a:xfrm flipH="1">
            <a:off x="1343025" y="535305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024062" y="5572125"/>
            <a:ext cx="1905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yes</a:t>
            </a:r>
          </a:p>
        </p:txBody>
      </p:sp>
      <p:cxnSp>
        <p:nvCxnSpPr>
          <p:cNvPr id="25" name="Connector 24"/>
          <p:cNvCxnSpPr>
            <a:stCxn id="7" idx="2"/>
            <a:endCxn id="9" idx="0"/>
          </p:cNvCxnSpPr>
          <p:nvPr/>
        </p:nvCxnSpPr>
        <p:spPr>
          <a:xfrm>
            <a:off x="2628900" y="535305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309937" y="5572125"/>
            <a:ext cx="17145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no</a:t>
            </a:r>
          </a:p>
        </p:txBody>
      </p:sp>
      <p:cxnSp>
        <p:nvCxnSpPr>
          <p:cNvPr id="27" name="Connector 26"/>
          <p:cNvCxnSpPr>
            <a:stCxn id="4" idx="2"/>
            <a:endCxn id="10" idx="0"/>
          </p:cNvCxnSpPr>
          <p:nvPr/>
        </p:nvCxnSpPr>
        <p:spPr>
          <a:xfrm>
            <a:off x="1343025" y="4267200"/>
            <a:ext cx="1285875" cy="27241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>
            <a:stCxn id="8" idx="2"/>
            <a:endCxn id="10" idx="0"/>
          </p:cNvCxnSpPr>
          <p:nvPr/>
        </p:nvCxnSpPr>
        <p:spPr>
          <a:xfrm>
            <a:off x="1343025" y="643890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