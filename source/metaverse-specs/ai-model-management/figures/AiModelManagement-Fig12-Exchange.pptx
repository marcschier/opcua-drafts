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5105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DeploymentType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InferenceTransferType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MaxInlinePayloadSize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BeginTransfer(ContentType, RequestSize)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Transfer, Accepted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2525" y="2190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019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Request.Open / Write... / Close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650" y="2428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State Building -&gt; Ready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52525" y="2952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52525" y="2781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Execute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152525" y="3333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52525" y="3162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Accepted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7650" y="3571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State Executing -&gt; Completed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52525" y="4095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52525" y="3924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State, ModelUsed, Usage, FinishReason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52525" y="4476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52525" y="4305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Response.Open / Read... /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