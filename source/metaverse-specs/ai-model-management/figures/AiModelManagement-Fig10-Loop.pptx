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5257800" cy="885825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533525" y="476250"/>
            <a:ext cx="2190750" cy="533400"/>
          </a:xfrm>
          <a:prstGeom prst="ellipse">
            <a:avLst/>
          </a:prstGeom>
          <a:solidFill>
            <a:srgbClr val="EEF3FA"/>
          </a:solidFill>
          <a:ln w="12700">
            <a:solidFill>
              <a:srgbClr val="44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>
                <a:solidFill>
                  <a:srgbClr val="111111"/>
                </a:solidFill>
              </a:rPr>
              <a:t>start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533525" y="1562100"/>
            <a:ext cx="2190750" cy="533400"/>
          </a:xfrm>
          <a:prstGeom prst="roundRect">
            <a:avLst/>
          </a:prstGeom>
          <a:solidFill>
            <a:srgbClr val="EEF3FA"/>
          </a:solidFill>
          <a:ln w="12700">
            <a:solidFill>
              <a:srgbClr val="44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>
                <a:solidFill>
                  <a:srgbClr val="111111"/>
                </a:solidFill>
              </a:rPr>
              <a:t>Idle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533525" y="2647950"/>
            <a:ext cx="2190750" cy="533400"/>
          </a:xfrm>
          <a:prstGeom prst="roundRect">
            <a:avLst/>
          </a:prstGeom>
          <a:solidFill>
            <a:srgbClr val="EEF3FA"/>
          </a:solidFill>
          <a:ln w="12700">
            <a:solidFill>
              <a:srgbClr val="44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>
                <a:solidFill>
                  <a:srgbClr val="111111"/>
                </a:solidFill>
              </a:rPr>
              <a:t>Collecting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533525" y="3733800"/>
            <a:ext cx="2190750" cy="533400"/>
          </a:xfrm>
          <a:prstGeom prst="roundRect">
            <a:avLst/>
          </a:prstGeom>
          <a:solidFill>
            <a:srgbClr val="EEF3FA"/>
          </a:solidFill>
          <a:ln w="12700">
            <a:solidFill>
              <a:srgbClr val="44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>
                <a:solidFill>
                  <a:srgbClr val="111111"/>
                </a:solidFill>
              </a:rPr>
              <a:t>Labelling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533525" y="4819650"/>
            <a:ext cx="2190750" cy="533400"/>
          </a:xfrm>
          <a:prstGeom prst="roundRect">
            <a:avLst/>
          </a:prstGeom>
          <a:solidFill>
            <a:srgbClr val="EEF3FA"/>
          </a:solidFill>
          <a:ln w="12700">
            <a:solidFill>
              <a:srgbClr val="44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>
                <a:solidFill>
                  <a:srgbClr val="111111"/>
                </a:solidFill>
              </a:rPr>
              <a:t>Training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533525" y="5905500"/>
            <a:ext cx="2190750" cy="533400"/>
          </a:xfrm>
          <a:prstGeom prst="roundRect">
            <a:avLst/>
          </a:prstGeom>
          <a:solidFill>
            <a:srgbClr val="EEF3FA"/>
          </a:solidFill>
          <a:ln w="12700">
            <a:solidFill>
              <a:srgbClr val="44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>
                <a:solidFill>
                  <a:srgbClr val="111111"/>
                </a:solidFill>
              </a:rPr>
              <a:t>Validating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47650" y="6991350"/>
            <a:ext cx="2190750" cy="533400"/>
          </a:xfrm>
          <a:prstGeom prst="roundRect">
            <a:avLst/>
          </a:prstGeom>
          <a:solidFill>
            <a:srgbClr val="EEF3FA"/>
          </a:solidFill>
          <a:ln w="12700">
            <a:solidFill>
              <a:srgbClr val="44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>
                <a:solidFill>
                  <a:srgbClr val="111111"/>
                </a:solidFill>
              </a:rPr>
              <a:t>Ready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819400" y="6991350"/>
            <a:ext cx="2190750" cy="533400"/>
          </a:xfrm>
          <a:prstGeom prst="roundRect">
            <a:avLst/>
          </a:prstGeom>
          <a:solidFill>
            <a:srgbClr val="EEF3FA"/>
          </a:solidFill>
          <a:ln w="12700">
            <a:solidFill>
              <a:srgbClr val="44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>
                <a:solidFill>
                  <a:srgbClr val="111111"/>
                </a:solidFill>
              </a:rPr>
              <a:t>Failed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533525" y="8077200"/>
            <a:ext cx="2190750" cy="533400"/>
          </a:xfrm>
          <a:prstGeom prst="roundRect">
            <a:avLst/>
          </a:prstGeom>
          <a:solidFill>
            <a:srgbClr val="EEF3FA"/>
          </a:solidFill>
          <a:ln w="12700">
            <a:solidFill>
              <a:srgbClr val="44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>
                <a:solidFill>
                  <a:srgbClr val="111111"/>
                </a:solidFill>
              </a:rPr>
              <a:t>Promoted</a:t>
            </a:r>
          </a:p>
        </p:txBody>
      </p:sp>
      <p:cxnSp>
        <p:nvCxnSpPr>
          <p:cNvPr id="11" name="Connector 10"/>
          <p:cNvCxnSpPr>
            <a:stCxn id="2" idx="2"/>
            <a:endCxn id="3" idx="0"/>
          </p:cNvCxnSpPr>
          <p:nvPr/>
        </p:nvCxnSpPr>
        <p:spPr>
          <a:xfrm>
            <a:off x="2628900" y="1009650"/>
            <a:ext cx="0" cy="552450"/>
          </a:xfrm>
          <a:prstGeom prst="line">
            <a:avLst/>
          </a:prstGeom>
          <a:ln w="12700">
            <a:solidFill>
              <a:srgbClr val="44444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>
            <a:stCxn id="3" idx="2"/>
            <a:endCxn id="4" idx="0"/>
          </p:cNvCxnSpPr>
          <p:nvPr/>
        </p:nvCxnSpPr>
        <p:spPr>
          <a:xfrm>
            <a:off x="2628900" y="2095500"/>
            <a:ext cx="0" cy="552450"/>
          </a:xfrm>
          <a:prstGeom prst="line">
            <a:avLst/>
          </a:prstGeom>
          <a:ln w="12700">
            <a:solidFill>
              <a:srgbClr val="44444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2667000" y="2314575"/>
            <a:ext cx="590550" cy="12382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800">
                <a:solidFill>
                  <a:srgbClr val="444444"/>
                </a:solidFill>
              </a:rPr>
              <a:t>StartCollection</a:t>
            </a:r>
          </a:p>
        </p:txBody>
      </p:sp>
      <p:cxnSp>
        <p:nvCxnSpPr>
          <p:cNvPr id="14" name="Connector 13"/>
          <p:cNvCxnSpPr>
            <a:stCxn id="4" idx="2"/>
            <a:endCxn id="5" idx="0"/>
          </p:cNvCxnSpPr>
          <p:nvPr/>
        </p:nvCxnSpPr>
        <p:spPr>
          <a:xfrm>
            <a:off x="2628900" y="3181350"/>
            <a:ext cx="0" cy="552450"/>
          </a:xfrm>
          <a:prstGeom prst="line">
            <a:avLst/>
          </a:prstGeom>
          <a:ln w="12700">
            <a:solidFill>
              <a:srgbClr val="44444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2667000" y="3400425"/>
            <a:ext cx="590550" cy="12382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800">
                <a:solidFill>
                  <a:srgbClr val="444444"/>
                </a:solidFill>
              </a:rPr>
              <a:t>StopCollection</a:t>
            </a:r>
          </a:p>
        </p:txBody>
      </p:sp>
      <p:cxnSp>
        <p:nvCxnSpPr>
          <p:cNvPr id="16" name="Connector 15"/>
          <p:cNvCxnSpPr>
            <a:stCxn id="4" idx="2"/>
            <a:endCxn id="6" idx="0"/>
          </p:cNvCxnSpPr>
          <p:nvPr/>
        </p:nvCxnSpPr>
        <p:spPr>
          <a:xfrm>
            <a:off x="2628900" y="3181350"/>
            <a:ext cx="0" cy="1638300"/>
          </a:xfrm>
          <a:prstGeom prst="line">
            <a:avLst/>
          </a:prstGeom>
          <a:ln w="12700">
            <a:solidFill>
              <a:srgbClr val="44444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2667000" y="4371975"/>
            <a:ext cx="609600" cy="12382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800">
                <a:solidFill>
                  <a:srgbClr val="444444"/>
                </a:solidFill>
              </a:rPr>
              <a:t>TriggerTraining</a:t>
            </a:r>
          </a:p>
        </p:txBody>
      </p:sp>
      <p:cxnSp>
        <p:nvCxnSpPr>
          <p:cNvPr id="18" name="Connector 17"/>
          <p:cNvCxnSpPr>
            <a:stCxn id="5" idx="2"/>
            <a:endCxn id="6" idx="0"/>
          </p:cNvCxnSpPr>
          <p:nvPr/>
        </p:nvCxnSpPr>
        <p:spPr>
          <a:xfrm>
            <a:off x="2628900" y="4267200"/>
            <a:ext cx="0" cy="552450"/>
          </a:xfrm>
          <a:prstGeom prst="line">
            <a:avLst/>
          </a:prstGeom>
          <a:ln w="12700">
            <a:solidFill>
              <a:srgbClr val="44444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2667000" y="4629150"/>
            <a:ext cx="609600" cy="12382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800">
                <a:solidFill>
                  <a:srgbClr val="444444"/>
                </a:solidFill>
              </a:rPr>
              <a:t>TriggerTraining</a:t>
            </a:r>
          </a:p>
        </p:txBody>
      </p:sp>
      <p:cxnSp>
        <p:nvCxnSpPr>
          <p:cNvPr id="20" name="Connector 19"/>
          <p:cNvCxnSpPr>
            <a:stCxn id="6" idx="2"/>
            <a:endCxn id="7" idx="0"/>
          </p:cNvCxnSpPr>
          <p:nvPr/>
        </p:nvCxnSpPr>
        <p:spPr>
          <a:xfrm>
            <a:off x="2628900" y="5353050"/>
            <a:ext cx="0" cy="552450"/>
          </a:xfrm>
          <a:prstGeom prst="line">
            <a:avLst/>
          </a:prstGeom>
          <a:ln w="12700">
            <a:solidFill>
              <a:srgbClr val="44444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>
            <a:stCxn id="7" idx="2"/>
            <a:endCxn id="8" idx="0"/>
          </p:cNvCxnSpPr>
          <p:nvPr/>
        </p:nvCxnSpPr>
        <p:spPr>
          <a:xfrm flipH="1">
            <a:off x="1343025" y="6438900"/>
            <a:ext cx="1285875" cy="552450"/>
          </a:xfrm>
          <a:prstGeom prst="line">
            <a:avLst/>
          </a:prstGeom>
          <a:ln w="12700">
            <a:solidFill>
              <a:srgbClr val="44444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>
            <a:stCxn id="7" idx="2"/>
            <a:endCxn id="9" idx="0"/>
          </p:cNvCxnSpPr>
          <p:nvPr/>
        </p:nvCxnSpPr>
        <p:spPr>
          <a:xfrm>
            <a:off x="2628900" y="6438900"/>
            <a:ext cx="1285875" cy="552450"/>
          </a:xfrm>
          <a:prstGeom prst="line">
            <a:avLst/>
          </a:prstGeom>
          <a:ln w="12700">
            <a:solidFill>
              <a:srgbClr val="44444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>
            <a:stCxn id="8" idx="2"/>
            <a:endCxn id="10" idx="0"/>
          </p:cNvCxnSpPr>
          <p:nvPr/>
        </p:nvCxnSpPr>
        <p:spPr>
          <a:xfrm>
            <a:off x="1343025" y="7524750"/>
            <a:ext cx="1285875" cy="552450"/>
          </a:xfrm>
          <a:prstGeom prst="line">
            <a:avLst/>
          </a:prstGeom>
          <a:ln w="12700">
            <a:solidFill>
              <a:srgbClr val="44444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2024062" y="7743825"/>
            <a:ext cx="590550" cy="12382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800">
                <a:solidFill>
                  <a:srgbClr val="444444"/>
                </a:solidFill>
              </a:rPr>
              <a:t>PromoteModel</a:t>
            </a:r>
          </a:p>
        </p:txBody>
      </p:sp>
      <p:cxnSp>
        <p:nvCxnSpPr>
          <p:cNvPr id="25" name="Connector 24"/>
          <p:cNvCxnSpPr>
            <a:stCxn id="10" idx="2"/>
            <a:endCxn id="4" idx="0"/>
          </p:cNvCxnSpPr>
          <p:nvPr/>
        </p:nvCxnSpPr>
        <p:spPr>
          <a:xfrm flipV="1">
            <a:off x="2628900" y="2647950"/>
            <a:ext cx="0" cy="5962650"/>
          </a:xfrm>
          <a:prstGeom prst="line">
            <a:avLst/>
          </a:prstGeom>
          <a:ln w="12700">
            <a:solidFill>
              <a:srgbClr val="44444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2667000" y="5572125"/>
            <a:ext cx="590550" cy="12382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800">
                <a:solidFill>
                  <a:srgbClr val="444444"/>
                </a:solidFill>
              </a:rPr>
              <a:t>StartCollection</a:t>
            </a:r>
          </a:p>
        </p:txBody>
      </p:sp>
      <p:cxnSp>
        <p:nvCxnSpPr>
          <p:cNvPr id="27" name="Connector 26"/>
          <p:cNvCxnSpPr>
            <a:stCxn id="6" idx="2"/>
            <a:endCxn id="9" idx="0"/>
          </p:cNvCxnSpPr>
          <p:nvPr/>
        </p:nvCxnSpPr>
        <p:spPr>
          <a:xfrm>
            <a:off x="2628900" y="5353050"/>
            <a:ext cx="1285875" cy="1638300"/>
          </a:xfrm>
          <a:prstGeom prst="line">
            <a:avLst/>
          </a:prstGeom>
          <a:ln w="12700">
            <a:solidFill>
              <a:srgbClr val="44444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>
            <a:stCxn id="9" idx="2"/>
            <a:endCxn id="4" idx="0"/>
          </p:cNvCxnSpPr>
          <p:nvPr/>
        </p:nvCxnSpPr>
        <p:spPr>
          <a:xfrm flipH="1" flipV="1">
            <a:off x="2628900" y="2647950"/>
            <a:ext cx="1285875" cy="4876800"/>
          </a:xfrm>
          <a:prstGeom prst="line">
            <a:avLst/>
          </a:prstGeom>
          <a:ln w="12700">
            <a:solidFill>
              <a:srgbClr val="44444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TextBox 28"/>
          <p:cNvSpPr txBox="1"/>
          <p:nvPr/>
        </p:nvSpPr>
        <p:spPr>
          <a:xfrm>
            <a:off x="3309937" y="5457825"/>
            <a:ext cx="590550" cy="12382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800">
                <a:solidFill>
                  <a:srgbClr val="444444"/>
                </a:solidFill>
              </a:rPr>
              <a:t>StartCollection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/>
  <cp:revision>1</cp:revision>
  <dcterms:created xsi:type="dcterms:W3CDTF">2026-01-01T00:00:00Z</dcterms:created>
  <dcterms:modified xsi:type="dcterms:W3CDTF">2026-01-01T00:00:00Z</dcterms:modified>
  <cp:category/>
</cp:coreProperties>
</file>