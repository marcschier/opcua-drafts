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RobotIntent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well-known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IntentController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one per robot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Frames, Tools, Locations,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Axes, Outputs, Programs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Intents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IntentOperation per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Missions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Mission per submission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2"/>
            <a:endCxn id="4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2"/>
            <a:endCxn id="5" idx="0"/>
          </p:cNvCxnSpPr>
          <p:nvPr/>
        </p:nvCxnSpPr>
        <p:spPr>
          <a:xfrm flipH="1"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2"/>
            <a:endCxn id="6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4" idx="2"/>
            <a:endCxn id="7" idx="0"/>
          </p:cNvCxnSpPr>
          <p:nvPr/>
        </p:nvCxnSpPr>
        <p:spPr>
          <a:xfrm>
            <a:off x="3914775" y="31813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2"/>
            <a:endCxn id="8" idx="0"/>
          </p:cNvCxnSpPr>
          <p:nvPr/>
        </p:nvCxnSpPr>
        <p:spPr>
          <a:xfrm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8" idx="2"/>
            <a:endCxn id="7" idx="0"/>
          </p:cNvCxnSpPr>
          <p:nvPr/>
        </p:nvCxnSpPr>
        <p:spPr>
          <a:xfrm flipH="1">
            <a:off x="39147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