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335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RobotIntentRootType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SpecificationVersion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Controllers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IntentControllerType</a:t>
            </a:r>
          </a:p>
        </p:txBody>
      </p:sp>
      <p:cxnSp>
        <p:nvCxnSpPr>
          <p:cNvPr id="7" name="Connector 6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24062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9" name="Connector 8"/>
          <p:cNvCxnSpPr>
            <a:stCxn id="2" idx="2"/>
            <a:endCxn id="6" idx="0"/>
          </p:cNvCxnSpPr>
          <p:nvPr/>
        </p:nvCxnSpPr>
        <p:spPr>
          <a:xfrm>
            <a:off x="26289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09937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81125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13" name="Connector 12"/>
          <p:cNvCxnSpPr>
            <a:stCxn id="3" idx="2"/>
            <a:endCxn id="5" idx="0"/>
          </p:cNvCxnSpPr>
          <p:nvPr/>
        </p:nvCxnSpPr>
        <p:spPr>
          <a:xfrm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