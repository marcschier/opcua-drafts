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Planner, cell controller, agent, fleet 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Robot Intent - this specification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task-level verbs, whole motions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Vendor motion language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URScript, RAPID, KRL, TP, INFORM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Real-time channel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RTDE, EGM, FRI, RSI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Safety-rated controller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independent of this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OPC 40010-1 topology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optional binding, Annex B</a:t>
            </a:r>
          </a:p>
        </p:txBody>
      </p:sp>
      <p:cxnSp>
        <p:nvCxnSpPr>
          <p:cNvPr id="8" name="Connector 7"/>
          <p:cNvCxnSpPr>
            <a:stCxn id="2" idx="2"/>
            <a:endCxn id="3" idx="0"/>
          </p:cNvCxnSpPr>
          <p:nvPr/>
        </p:nvCxnSpPr>
        <p:spPr>
          <a:xfrm>
            <a:off x="1343025" y="10096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3" idx="2"/>
            <a:endCxn id="4" idx="0"/>
          </p:cNvCxnSpPr>
          <p:nvPr/>
        </p:nvCxnSpPr>
        <p:spPr>
          <a:xfrm>
            <a:off x="39147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4" idx="2"/>
            <a:endCxn id="5" idx="0"/>
          </p:cNvCxnSpPr>
          <p:nvPr/>
        </p:nvCxnSpPr>
        <p:spPr>
          <a:xfrm>
            <a:off x="391477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7" idx="2"/>
            <a:endCxn id="3" idx="0"/>
          </p:cNvCxnSpPr>
          <p:nvPr/>
        </p:nvCxnSpPr>
        <p:spPr>
          <a:xfrm flipH="1">
            <a:off x="3914775" y="10096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6" idx="2"/>
            <a:endCxn id="4" idx="0"/>
          </p:cNvCxnSpPr>
          <p:nvPr/>
        </p:nvCxnSpPr>
        <p:spPr>
          <a:xfrm>
            <a:off x="3914775" y="100965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