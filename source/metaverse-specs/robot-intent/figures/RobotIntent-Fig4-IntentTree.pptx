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6686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IntentDataType (abstract)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MotionIntentDataType (abstract)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ProcessIntentDataType (abstract)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JointMoveIntentDataType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LinearMoveIntentDataType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CircularMoveIntentDataType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TrajectoryIntentDataType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CartesianPathIntentDataType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70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ForceIntentDataType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ArcWeldIntentDataType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SpotWeldIntentDataType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DispenseIntentDataType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FastenIntentDataType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34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PalletiseIntentDataType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106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SurfaceFinishIntentDataType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GraspIntentDataType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ReleaseIntentDataType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PickIntentDataType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34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PlaceIntentDataType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06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ToolChangeIntentDataType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052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SetOutputIntentDataType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70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CallProgramIntentDataType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487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WaitIntentDataType</a:t>
            </a:r>
          </a:p>
        </p:txBody>
      </p:sp>
      <p:cxnSp>
        <p:nvCxnSpPr>
          <p:cNvPr id="25" name="Connector 24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3" idx="2"/>
            <a:endCxn id="5" idx="0"/>
          </p:cNvCxnSpPr>
          <p:nvPr/>
        </p:nvCxnSpPr>
        <p:spPr>
          <a:xfrm>
            <a:off x="1343025" y="209550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3" idx="2"/>
            <a:endCxn id="6" idx="0"/>
          </p:cNvCxnSpPr>
          <p:nvPr/>
        </p:nvCxnSpPr>
        <p:spPr>
          <a:xfrm>
            <a:off x="1343025" y="209550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3" idx="2"/>
            <a:endCxn id="7" idx="0"/>
          </p:cNvCxnSpPr>
          <p:nvPr/>
        </p:nvCxnSpPr>
        <p:spPr>
          <a:xfrm>
            <a:off x="1343025" y="2095500"/>
            <a:ext cx="77152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3" idx="2"/>
            <a:endCxn id="8" idx="0"/>
          </p:cNvCxnSpPr>
          <p:nvPr/>
        </p:nvCxnSpPr>
        <p:spPr>
          <a:xfrm>
            <a:off x="1343025" y="2095500"/>
            <a:ext cx="102870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3" idx="2"/>
            <a:endCxn id="9" idx="0"/>
          </p:cNvCxnSpPr>
          <p:nvPr/>
        </p:nvCxnSpPr>
        <p:spPr>
          <a:xfrm>
            <a:off x="1343025" y="2095500"/>
            <a:ext cx="12858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3" idx="2"/>
            <a:endCxn id="10" idx="0"/>
          </p:cNvCxnSpPr>
          <p:nvPr/>
        </p:nvCxnSpPr>
        <p:spPr>
          <a:xfrm>
            <a:off x="1343025" y="2095500"/>
            <a:ext cx="6429375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4" idx="2"/>
            <a:endCxn id="11" idx="0"/>
          </p:cNvCxnSpPr>
          <p:nvPr/>
        </p:nvCxnSpPr>
        <p:spPr>
          <a:xfrm>
            <a:off x="13430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4" idx="2"/>
            <a:endCxn id="12" idx="0"/>
          </p:cNvCxnSpPr>
          <p:nvPr/>
        </p:nvCxnSpPr>
        <p:spPr>
          <a:xfrm>
            <a:off x="1343025" y="426720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4" idx="2"/>
            <a:endCxn id="13" idx="0"/>
          </p:cNvCxnSpPr>
          <p:nvPr/>
        </p:nvCxnSpPr>
        <p:spPr>
          <a:xfrm>
            <a:off x="1343025" y="426720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4" idx="2"/>
            <a:endCxn id="14" idx="0"/>
          </p:cNvCxnSpPr>
          <p:nvPr/>
        </p:nvCxnSpPr>
        <p:spPr>
          <a:xfrm>
            <a:off x="1343025" y="4267200"/>
            <a:ext cx="77152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4" idx="2"/>
            <a:endCxn id="15" idx="0"/>
          </p:cNvCxnSpPr>
          <p:nvPr/>
        </p:nvCxnSpPr>
        <p:spPr>
          <a:xfrm>
            <a:off x="1343025" y="4267200"/>
            <a:ext cx="102870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4" idx="2"/>
            <a:endCxn id="16" idx="0"/>
          </p:cNvCxnSpPr>
          <p:nvPr/>
        </p:nvCxnSpPr>
        <p:spPr>
          <a:xfrm>
            <a:off x="1343025" y="4267200"/>
            <a:ext cx="12858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" idx="2"/>
            <a:endCxn id="17" idx="0"/>
          </p:cNvCxnSpPr>
          <p:nvPr/>
        </p:nvCxnSpPr>
        <p:spPr>
          <a:xfrm flipH="1">
            <a:off x="3914775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" idx="2"/>
            <a:endCxn id="18" idx="0"/>
          </p:cNvCxnSpPr>
          <p:nvPr/>
        </p:nvCxnSpPr>
        <p:spPr>
          <a:xfrm flipH="1">
            <a:off x="64865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2" idx="2"/>
            <a:endCxn id="19" idx="0"/>
          </p:cNvCxnSpPr>
          <p:nvPr/>
        </p:nvCxnSpPr>
        <p:spPr>
          <a:xfrm>
            <a:off x="77724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2" idx="2"/>
            <a:endCxn id="20" idx="0"/>
          </p:cNvCxnSpPr>
          <p:nvPr/>
        </p:nvCxnSpPr>
        <p:spPr>
          <a:xfrm>
            <a:off x="7772400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2" idx="2"/>
            <a:endCxn id="21" idx="0"/>
          </p:cNvCxnSpPr>
          <p:nvPr/>
        </p:nvCxnSpPr>
        <p:spPr>
          <a:xfrm>
            <a:off x="7772400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2" idx="2"/>
            <a:endCxn id="22" idx="0"/>
          </p:cNvCxnSpPr>
          <p:nvPr/>
        </p:nvCxnSpPr>
        <p:spPr>
          <a:xfrm flipH="1">
            <a:off x="5200650" y="10096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2" idx="2"/>
            <a:endCxn id="23" idx="0"/>
          </p:cNvCxnSpPr>
          <p:nvPr/>
        </p:nvCxnSpPr>
        <p:spPr>
          <a:xfrm>
            <a:off x="7772400" y="10096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" idx="2"/>
            <a:endCxn id="24" idx="0"/>
          </p:cNvCxnSpPr>
          <p:nvPr/>
        </p:nvCxnSpPr>
        <p:spPr>
          <a:xfrm>
            <a:off x="7772400" y="10096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