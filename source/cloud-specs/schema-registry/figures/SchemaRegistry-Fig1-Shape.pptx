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Server i=2253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SchemaRegistry : SchemaRegistryType : RegistryType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PublishSubscribe i=14443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SchemaGroup (NamespaceUri = ...UA/) : SchemaGroupType : GroupType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SchemaGroup (NamespaceUri = ...UA/Pumps/) : SchemaGroupType : GroupType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PumpDataType:avro : SchemaFileType : ResourceType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PumpDataType:arrow : SchemaFileType : ResourceType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35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(.avsc document bytes)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13430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24062" y="12287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2" name="Connector 11"/>
          <p:cNvCxnSpPr>
            <a:stCxn id="4" idx="2"/>
            <a:endCxn id="3" idx="0"/>
          </p:cNvCxnSpPr>
          <p:nvPr/>
        </p:nvCxnSpPr>
        <p:spPr>
          <a:xfrm flipH="1"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09937" y="1228725"/>
            <a:ext cx="7143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optional reference</a:t>
            </a:r>
          </a:p>
        </p:txBody>
      </p:sp>
      <p:cxnSp>
        <p:nvCxnSpPr>
          <p:cNvPr id="14" name="Connector 13"/>
          <p:cNvCxnSpPr>
            <a:stCxn id="3" idx="2"/>
            <a:endCxn id="5" idx="0"/>
          </p:cNvCxnSpPr>
          <p:nvPr/>
        </p:nvCxnSpPr>
        <p:spPr>
          <a:xfrm flipH="1">
            <a:off x="13430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24062" y="231457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6" name="Connector 15"/>
          <p:cNvCxnSpPr>
            <a:stCxn id="3" idx="2"/>
            <a:endCxn id="6" idx="0"/>
          </p:cNvCxnSpPr>
          <p:nvPr/>
        </p:nvCxnSpPr>
        <p:spPr>
          <a:xfrm>
            <a:off x="26289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09937" y="231457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8" name="Connector 17"/>
          <p:cNvCxnSpPr>
            <a:stCxn id="6" idx="2"/>
            <a:endCxn id="7" idx="0"/>
          </p:cNvCxnSpPr>
          <p:nvPr/>
        </p:nvCxnSpPr>
        <p:spPr>
          <a:xfrm flipH="1">
            <a:off x="13430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67000" y="340042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20" name="Connector 19"/>
          <p:cNvCxnSpPr>
            <a:stCxn id="6" idx="2"/>
            <a:endCxn id="8" idx="0"/>
          </p:cNvCxnSpPr>
          <p:nvPr/>
        </p:nvCxnSpPr>
        <p:spPr>
          <a:xfrm>
            <a:off x="391477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52875" y="340042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22" name="Connector 21"/>
          <p:cNvCxnSpPr>
            <a:stCxn id="7" idx="2"/>
            <a:endCxn id="9" idx="0"/>
          </p:cNvCxnSpPr>
          <p:nvPr/>
        </p:nvCxnSpPr>
        <p:spPr>
          <a:xfrm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24062" y="4486275"/>
            <a:ext cx="4667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Open/Read</a:t>
            </a:r>
          </a:p>
        </p:txBody>
      </p:sp>
      <p:cxnSp>
        <p:nvCxnSpPr>
          <p:cNvPr id="24" name="Connector 23"/>
          <p:cNvCxnSpPr>
            <a:stCxn id="7" idx="2"/>
            <a:endCxn id="9" idx="0"/>
          </p:cNvCxnSpPr>
          <p:nvPr/>
        </p:nvCxnSpPr>
        <p:spPr>
          <a:xfrm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24062" y="4629150"/>
            <a:ext cx="14287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Opaque SchemaId NodeId / GetSchema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