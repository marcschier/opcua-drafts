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66865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GeneratorSetType : DI.DeviceType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GeneratorIdentificationType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Folder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MachineryItemState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MachineryOperationMode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GeneratorStateMachineType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GeneratorOperatingModeEnum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34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Engine : EngineType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106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Alternator : AlternatorType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Controller : GeneratorControllerType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FuelSystem : FuelSystemType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CoolingSystem : CoolingSystemType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LubricationSystem : LubricationSystemType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StartingSystem : StartingSystemType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Ratings folder → GeneratorRatingType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J1939DiagnosticInterfaceType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ExhaustAftertreatmentType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4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L1 : AlternatorPhaseType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106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L2 : AlternatorPhaseType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7025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L3 : AlternatorPhaseType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GeneratorProtectionAlarmType</a:t>
            </a:r>
          </a:p>
        </p:txBody>
      </p:sp>
      <p:cxnSp>
        <p:nvCxnSpPr>
          <p:cNvPr id="23" name="Connector 22"/>
          <p:cNvCxnSpPr>
            <a:stCxn id="2" idx="2"/>
            <a:endCxn id="3" idx="0"/>
          </p:cNvCxnSpPr>
          <p:nvPr/>
        </p:nvCxnSpPr>
        <p:spPr>
          <a:xfrm flipH="1">
            <a:off x="1343025" y="10096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95812" y="1228725"/>
            <a:ext cx="9525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HasAddIn 2:Identification</a:t>
            </a:r>
          </a:p>
        </p:txBody>
      </p:sp>
      <p:cxnSp>
        <p:nvCxnSpPr>
          <p:cNvPr id="25" name="Connector 24"/>
          <p:cNvCxnSpPr>
            <a:stCxn id="2" idx="2"/>
            <a:endCxn id="4" idx="0"/>
          </p:cNvCxnSpPr>
          <p:nvPr/>
        </p:nvCxnSpPr>
        <p:spPr>
          <a:xfrm flipH="1">
            <a:off x="3914775" y="10096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81687" y="1228725"/>
            <a:ext cx="1371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HasAddIn 3:MachineryBuildingBlocks</a:t>
            </a:r>
          </a:p>
        </p:txBody>
      </p:sp>
      <p:cxnSp>
        <p:nvCxnSpPr>
          <p:cNvPr id="27" name="Connector 26"/>
          <p:cNvCxnSpPr>
            <a:stCxn id="4" idx="2"/>
            <a:endCxn id="5" idx="0"/>
          </p:cNvCxnSpPr>
          <p:nvPr/>
        </p:nvCxnSpPr>
        <p:spPr>
          <a:xfrm flipH="1">
            <a:off x="1343025" y="209550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4" idx="2"/>
            <a:endCxn id="6" idx="0"/>
          </p:cNvCxnSpPr>
          <p:nvPr/>
        </p:nvCxnSpPr>
        <p:spPr>
          <a:xfrm>
            <a:off x="3914775" y="2095500"/>
            <a:ext cx="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2" idx="2"/>
            <a:endCxn id="7" idx="0"/>
          </p:cNvCxnSpPr>
          <p:nvPr/>
        </p:nvCxnSpPr>
        <p:spPr>
          <a:xfrm flipH="1">
            <a:off x="64865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67562" y="1371600"/>
            <a:ext cx="6000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OperatingState</a:t>
            </a:r>
          </a:p>
        </p:txBody>
      </p:sp>
      <p:cxnSp>
        <p:nvCxnSpPr>
          <p:cNvPr id="31" name="Connector 30"/>
          <p:cNvCxnSpPr>
            <a:stCxn id="2" idx="2"/>
            <a:endCxn id="8" idx="0"/>
          </p:cNvCxnSpPr>
          <p:nvPr/>
        </p:nvCxnSpPr>
        <p:spPr>
          <a:xfrm>
            <a:off x="77724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53437" y="1228725"/>
            <a:ext cx="6286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OperatingMode</a:t>
            </a:r>
          </a:p>
        </p:txBody>
      </p:sp>
      <p:cxnSp>
        <p:nvCxnSpPr>
          <p:cNvPr id="33" name="Connector 32"/>
          <p:cNvCxnSpPr>
            <a:stCxn id="2" idx="2"/>
            <a:endCxn id="9" idx="0"/>
          </p:cNvCxnSpPr>
          <p:nvPr/>
        </p:nvCxnSpPr>
        <p:spPr>
          <a:xfrm>
            <a:off x="7772400" y="10096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2" idx="2"/>
            <a:endCxn id="10" idx="0"/>
          </p:cNvCxnSpPr>
          <p:nvPr/>
        </p:nvCxnSpPr>
        <p:spPr>
          <a:xfrm>
            <a:off x="7772400" y="1009650"/>
            <a:ext cx="64293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>
            <a:stCxn id="2" idx="2"/>
            <a:endCxn id="11" idx="0"/>
          </p:cNvCxnSpPr>
          <p:nvPr/>
        </p:nvCxnSpPr>
        <p:spPr>
          <a:xfrm flipH="1">
            <a:off x="1343025" y="1009650"/>
            <a:ext cx="64293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2" idx="2"/>
            <a:endCxn id="12" idx="0"/>
          </p:cNvCxnSpPr>
          <p:nvPr/>
        </p:nvCxnSpPr>
        <p:spPr>
          <a:xfrm flipH="1">
            <a:off x="3914775" y="1009650"/>
            <a:ext cx="385762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2" idx="2"/>
            <a:endCxn id="13" idx="0"/>
          </p:cNvCxnSpPr>
          <p:nvPr/>
        </p:nvCxnSpPr>
        <p:spPr>
          <a:xfrm flipH="1">
            <a:off x="6486525" y="100965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2" idx="2"/>
            <a:endCxn id="14" idx="0"/>
          </p:cNvCxnSpPr>
          <p:nvPr/>
        </p:nvCxnSpPr>
        <p:spPr>
          <a:xfrm>
            <a:off x="7772400" y="100965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2" idx="2"/>
            <a:endCxn id="15" idx="0"/>
          </p:cNvCxnSpPr>
          <p:nvPr/>
        </p:nvCxnSpPr>
        <p:spPr>
          <a:xfrm>
            <a:off x="7772400" y="1009650"/>
            <a:ext cx="385762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2" idx="2"/>
            <a:endCxn id="16" idx="0"/>
          </p:cNvCxnSpPr>
          <p:nvPr/>
        </p:nvCxnSpPr>
        <p:spPr>
          <a:xfrm>
            <a:off x="7772400" y="1009650"/>
            <a:ext cx="64293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9" idx="2"/>
            <a:endCxn id="17" idx="0"/>
          </p:cNvCxnSpPr>
          <p:nvPr/>
        </p:nvCxnSpPr>
        <p:spPr>
          <a:xfrm flipH="1">
            <a:off x="6486525" y="2095500"/>
            <a:ext cx="514350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096375" y="3400425"/>
            <a:ext cx="5143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CanInterface</a:t>
            </a:r>
          </a:p>
        </p:txBody>
      </p:sp>
      <p:cxnSp>
        <p:nvCxnSpPr>
          <p:cNvPr id="43" name="Connector 42"/>
          <p:cNvCxnSpPr>
            <a:stCxn id="9" idx="2"/>
            <a:endCxn id="18" idx="0"/>
          </p:cNvCxnSpPr>
          <p:nvPr/>
        </p:nvCxnSpPr>
        <p:spPr>
          <a:xfrm flipH="1">
            <a:off x="9058275" y="209550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382250" y="3400425"/>
            <a:ext cx="5905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Aftertreatment</a:t>
            </a:r>
          </a:p>
        </p:txBody>
      </p:sp>
      <p:cxnSp>
        <p:nvCxnSpPr>
          <p:cNvPr id="45" name="Connector 44"/>
          <p:cNvCxnSpPr>
            <a:stCxn id="10" idx="2"/>
            <a:endCxn id="19" idx="0"/>
          </p:cNvCxnSpPr>
          <p:nvPr/>
        </p:nvCxnSpPr>
        <p:spPr>
          <a:xfrm flipH="1">
            <a:off x="11630025" y="2095500"/>
            <a:ext cx="257175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stCxn id="10" idx="2"/>
            <a:endCxn id="20" idx="0"/>
          </p:cNvCxnSpPr>
          <p:nvPr/>
        </p:nvCxnSpPr>
        <p:spPr>
          <a:xfrm>
            <a:off x="14201775" y="2095500"/>
            <a:ext cx="0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>
            <a:stCxn id="10" idx="2"/>
            <a:endCxn id="21" idx="0"/>
          </p:cNvCxnSpPr>
          <p:nvPr/>
        </p:nvCxnSpPr>
        <p:spPr>
          <a:xfrm flipH="1">
            <a:off x="7772400" y="2095500"/>
            <a:ext cx="6429375" cy="38100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>
            <a:stCxn id="2" idx="2"/>
            <a:endCxn id="22" idx="0"/>
          </p:cNvCxnSpPr>
          <p:nvPr/>
        </p:nvCxnSpPr>
        <p:spPr>
          <a:xfrm>
            <a:off x="7772400" y="1009650"/>
            <a:ext cx="0" cy="27241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810500" y="2314575"/>
            <a:ext cx="6000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GeneratesEvent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