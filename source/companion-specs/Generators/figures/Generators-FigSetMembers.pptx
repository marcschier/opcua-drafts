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5544800" cy="45148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677025" y="4762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  <a:effectLst>
            <a:outerShdw blurRad="0" dist="38100" dir="2700000" algn="tl" rotWithShape="0">
              <a:srgbClr val="BFBFBF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  <a:latin typeface="Arial"/>
              </a:rPr>
              <a:t>DeviceType</a:t>
            </a:r>
          </a:p>
        </p:txBody>
      </p:sp>
      <p:sp>
        <p:nvSpPr>
          <p:cNvPr id="3" name="Rectangle 2"/>
          <p:cNvSpPr/>
          <p:nvPr/>
        </p:nvSpPr>
        <p:spPr>
          <a:xfrm>
            <a:off x="6677025" y="156210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  <a:effectLst>
            <a:outerShdw blurRad="0" dist="38100" dir="2700000" algn="tl" rotWithShape="0">
              <a:srgbClr val="BFBFBF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  <a:latin typeface="Arial"/>
              </a:rPr>
              <a:t>GeneratorSetType</a:t>
            </a:r>
          </a:p>
        </p:txBody>
      </p:sp>
      <p:sp>
        <p:nvSpPr>
          <p:cNvPr id="4" name="Rectangle 3"/>
          <p:cNvSpPr/>
          <p:nvPr/>
        </p:nvSpPr>
        <p:spPr>
          <a:xfrm>
            <a:off x="247650" y="26479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  <a:latin typeface="Arial"/>
              </a:rPr>
              <a:t>Identification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2819400" y="26479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  <a:latin typeface="Arial"/>
              </a:rPr>
              <a:t>OperatingState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5391150" y="26479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  <a:latin typeface="Arial"/>
              </a:rPr>
              <a:t>OperatingMode</a:t>
            </a:r>
          </a:p>
        </p:txBody>
      </p:sp>
      <p:sp>
        <p:nvSpPr>
          <p:cNvPr id="7" name="Rectangle 6"/>
          <p:cNvSpPr/>
          <p:nvPr/>
        </p:nvSpPr>
        <p:spPr>
          <a:xfrm>
            <a:off x="7962900" y="26479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  <a:latin typeface="Arial"/>
              </a:rPr>
              <a:t>Engine</a:t>
            </a:r>
          </a:p>
        </p:txBody>
      </p:sp>
      <p:sp>
        <p:nvSpPr>
          <p:cNvPr id="8" name="Rectangle 7"/>
          <p:cNvSpPr/>
          <p:nvPr/>
        </p:nvSpPr>
        <p:spPr>
          <a:xfrm>
            <a:off x="10534650" y="26479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  <a:latin typeface="Arial"/>
              </a:rPr>
              <a:t>Alternator</a:t>
            </a:r>
          </a:p>
        </p:txBody>
      </p:sp>
      <p:sp>
        <p:nvSpPr>
          <p:cNvPr id="9" name="Rectangle 8"/>
          <p:cNvSpPr/>
          <p:nvPr/>
        </p:nvSpPr>
        <p:spPr>
          <a:xfrm>
            <a:off x="13106400" y="26479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  <a:latin typeface="Arial"/>
              </a:rPr>
              <a:t>Controller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6677025" y="373380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  <a:latin typeface="Arial"/>
              </a:rPr>
              <a:t>Ratings</a:t>
            </a:r>
          </a:p>
        </p:txBody>
      </p:sp>
      <p:cxnSp>
        <p:nvCxnSpPr>
          <p:cNvPr id="11" name="Connector 10"/>
          <p:cNvCxnSpPr>
            <a:stCxn id="2" idx="2"/>
            <a:endCxn id="3" idx="0"/>
          </p:cNvCxnSpPr>
          <p:nvPr/>
        </p:nvCxnSpPr>
        <p:spPr>
          <a:xfrm>
            <a:off x="7772400" y="1009650"/>
            <a:ext cx="0" cy="552450"/>
          </a:xfrm>
          <a:prstGeom prst="bentConnector3">
            <a:avLst/>
          </a:prstGeom>
          <a:ln w="12700">
            <a:solidFill>
              <a:srgbClr val="444444"/>
            </a:solidFill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810500" y="1228725"/>
            <a:ext cx="485775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HasSubtype</a:t>
            </a:r>
          </a:p>
        </p:txBody>
      </p:sp>
      <p:cxnSp>
        <p:nvCxnSpPr>
          <p:cNvPr id="13" name="Connector 12"/>
          <p:cNvCxnSpPr>
            <a:stCxn id="3" idx="2"/>
            <a:endCxn id="4" idx="0"/>
          </p:cNvCxnSpPr>
          <p:nvPr/>
        </p:nvCxnSpPr>
        <p:spPr>
          <a:xfrm flipH="1">
            <a:off x="1343025" y="2095500"/>
            <a:ext cx="6429375" cy="552450"/>
          </a:xfrm>
          <a:prstGeom prst="bentConnector3">
            <a:avLst/>
          </a:prstGeom>
          <a:ln w="12700">
            <a:solidFill>
              <a:srgbClr val="444444"/>
            </a:solidFill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595812" y="2314575"/>
            <a:ext cx="409575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HasAddIn</a:t>
            </a:r>
          </a:p>
        </p:txBody>
      </p:sp>
      <p:cxnSp>
        <p:nvCxnSpPr>
          <p:cNvPr id="15" name="Connector 14"/>
          <p:cNvCxnSpPr>
            <a:stCxn id="3" idx="2"/>
            <a:endCxn id="5" idx="0"/>
          </p:cNvCxnSpPr>
          <p:nvPr/>
        </p:nvCxnSpPr>
        <p:spPr>
          <a:xfrm flipH="1">
            <a:off x="3914775" y="2095500"/>
            <a:ext cx="3857625" cy="552450"/>
          </a:xfrm>
          <a:prstGeom prst="bentConnector3">
            <a:avLst/>
          </a:prstGeom>
          <a:ln w="12700">
            <a:solidFill>
              <a:srgbClr val="444444"/>
            </a:solidFill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>
            <a:stCxn id="3" idx="2"/>
            <a:endCxn id="6" idx="0"/>
          </p:cNvCxnSpPr>
          <p:nvPr/>
        </p:nvCxnSpPr>
        <p:spPr>
          <a:xfrm flipH="1">
            <a:off x="6486525" y="2095500"/>
            <a:ext cx="1285875" cy="552450"/>
          </a:xfrm>
          <a:prstGeom prst="bentConnector3">
            <a:avLst/>
          </a:prstGeom>
          <a:ln w="12700">
            <a:solidFill>
              <a:srgbClr val="444444"/>
            </a:solidFill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>
            <a:stCxn id="3" idx="2"/>
            <a:endCxn id="7" idx="0"/>
          </p:cNvCxnSpPr>
          <p:nvPr/>
        </p:nvCxnSpPr>
        <p:spPr>
          <a:xfrm>
            <a:off x="7772400" y="2095500"/>
            <a:ext cx="1285875" cy="552450"/>
          </a:xfrm>
          <a:prstGeom prst="bentConnector3">
            <a:avLst/>
          </a:prstGeom>
          <a:ln w="12700">
            <a:solidFill>
              <a:srgbClr val="444444"/>
            </a:solidFill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>
            <a:stCxn id="3" idx="2"/>
            <a:endCxn id="8" idx="0"/>
          </p:cNvCxnSpPr>
          <p:nvPr/>
        </p:nvCxnSpPr>
        <p:spPr>
          <a:xfrm>
            <a:off x="7772400" y="2095500"/>
            <a:ext cx="3857625" cy="552450"/>
          </a:xfrm>
          <a:prstGeom prst="bentConnector3">
            <a:avLst/>
          </a:prstGeom>
          <a:ln w="12700">
            <a:solidFill>
              <a:srgbClr val="444444"/>
            </a:solidFill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>
            <a:stCxn id="3" idx="2"/>
            <a:endCxn id="9" idx="0"/>
          </p:cNvCxnSpPr>
          <p:nvPr/>
        </p:nvCxnSpPr>
        <p:spPr>
          <a:xfrm>
            <a:off x="7772400" y="2095500"/>
            <a:ext cx="6429375" cy="552450"/>
          </a:xfrm>
          <a:prstGeom prst="bentConnector3">
            <a:avLst/>
          </a:prstGeom>
          <a:ln w="12700">
            <a:solidFill>
              <a:srgbClr val="444444"/>
            </a:solidFill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>
            <a:stCxn id="3" idx="2"/>
            <a:endCxn id="10" idx="0"/>
          </p:cNvCxnSpPr>
          <p:nvPr/>
        </p:nvCxnSpPr>
        <p:spPr>
          <a:xfrm>
            <a:off x="7772400" y="2095500"/>
            <a:ext cx="0" cy="1638300"/>
          </a:xfrm>
          <a:prstGeom prst="bentConnector3">
            <a:avLst/>
          </a:prstGeom>
          <a:ln w="12700">
            <a:solidFill>
              <a:srgbClr val="444444"/>
            </a:solidFill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/>
  <cp:revision>1</cp:revision>
  <dcterms:created xsi:type="dcterms:W3CDTF">2026-01-01T00:00:00Z</dcterms:created>
  <dcterms:modified xsi:type="dcterms:W3CDTF">2026-01-01T00:00:00Z</dcterms:modified>
  <cp:category/>
</cp:coreProperties>
</file>