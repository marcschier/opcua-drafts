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829550" cy="12115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819400" y="476250"/>
            <a:ext cx="2190750" cy="533400"/>
          </a:xfrm>
          <a:prstGeom prst="ellipse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start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19400" y="15621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19400" y="26479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19400" y="37338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Starting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19400" y="48196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Warmup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7650" y="102489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Fault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9400" y="59055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Running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9400" y="91630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Loaded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9400" y="69913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Synchronizing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9400" y="80772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Paralleled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9400" y="102489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Cooldown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9400" y="113347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Stopping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1150" y="102489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EmergencyStopped</a:t>
            </a:r>
          </a:p>
        </p:txBody>
      </p:sp>
      <p:cxnSp>
        <p:nvCxnSpPr>
          <p:cNvPr id="15" name="Connector 14"/>
          <p:cNvCxnSpPr>
            <a:stCxn id="2" idx="2"/>
            <a:endCxn id="3" idx="0"/>
          </p:cNvCxnSpPr>
          <p:nvPr/>
        </p:nvCxnSpPr>
        <p:spPr>
          <a:xfrm>
            <a:off x="3914775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3" idx="2"/>
            <a:endCxn id="4" idx="0"/>
          </p:cNvCxnSpPr>
          <p:nvPr/>
        </p:nvCxnSpPr>
        <p:spPr>
          <a:xfrm>
            <a:off x="3914775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4" idx="2"/>
            <a:endCxn id="5" idx="0"/>
          </p:cNvCxnSpPr>
          <p:nvPr/>
        </p:nvCxnSpPr>
        <p:spPr>
          <a:xfrm>
            <a:off x="3914775" y="31813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4" idx="2"/>
            <a:endCxn id="3" idx="0"/>
          </p:cNvCxnSpPr>
          <p:nvPr/>
        </p:nvCxnSpPr>
        <p:spPr>
          <a:xfrm flipV="1">
            <a:off x="3914775" y="1562100"/>
            <a:ext cx="0" cy="16192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5" idx="2"/>
            <a:endCxn id="6" idx="0"/>
          </p:cNvCxnSpPr>
          <p:nvPr/>
        </p:nvCxnSpPr>
        <p:spPr>
          <a:xfrm>
            <a:off x="3914775" y="42672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5" idx="2"/>
            <a:endCxn id="7" idx="0"/>
          </p:cNvCxnSpPr>
          <p:nvPr/>
        </p:nvCxnSpPr>
        <p:spPr>
          <a:xfrm flipH="1">
            <a:off x="1343025" y="4267200"/>
            <a:ext cx="2571750" cy="59817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6" idx="2"/>
            <a:endCxn id="8" idx="0"/>
          </p:cNvCxnSpPr>
          <p:nvPr/>
        </p:nvCxnSpPr>
        <p:spPr>
          <a:xfrm>
            <a:off x="3914775" y="53530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8" idx="2"/>
            <a:endCxn id="9" idx="0"/>
          </p:cNvCxnSpPr>
          <p:nvPr/>
        </p:nvCxnSpPr>
        <p:spPr>
          <a:xfrm>
            <a:off x="3914775" y="6438900"/>
            <a:ext cx="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8" idx="2"/>
            <a:endCxn id="10" idx="0"/>
          </p:cNvCxnSpPr>
          <p:nvPr/>
        </p:nvCxnSpPr>
        <p:spPr>
          <a:xfrm>
            <a:off x="3914775" y="64389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0" idx="2"/>
            <a:endCxn id="11" idx="0"/>
          </p:cNvCxnSpPr>
          <p:nvPr/>
        </p:nvCxnSpPr>
        <p:spPr>
          <a:xfrm>
            <a:off x="3914775" y="75247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0" idx="2"/>
            <a:endCxn id="8" idx="0"/>
          </p:cNvCxnSpPr>
          <p:nvPr/>
        </p:nvCxnSpPr>
        <p:spPr>
          <a:xfrm flipV="1">
            <a:off x="3914775" y="5905500"/>
            <a:ext cx="0" cy="16192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1" idx="2"/>
            <a:endCxn id="9" idx="0"/>
          </p:cNvCxnSpPr>
          <p:nvPr/>
        </p:nvCxnSpPr>
        <p:spPr>
          <a:xfrm>
            <a:off x="3914775" y="86106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9" idx="2"/>
            <a:endCxn id="12" idx="0"/>
          </p:cNvCxnSpPr>
          <p:nvPr/>
        </p:nvCxnSpPr>
        <p:spPr>
          <a:xfrm>
            <a:off x="3914775" y="96964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8" idx="2"/>
            <a:endCxn id="12" idx="0"/>
          </p:cNvCxnSpPr>
          <p:nvPr/>
        </p:nvCxnSpPr>
        <p:spPr>
          <a:xfrm>
            <a:off x="3914775" y="6438900"/>
            <a:ext cx="0" cy="38100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2" idx="2"/>
            <a:endCxn id="13" idx="0"/>
          </p:cNvCxnSpPr>
          <p:nvPr/>
        </p:nvCxnSpPr>
        <p:spPr>
          <a:xfrm>
            <a:off x="3914775" y="107823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13" idx="2"/>
            <a:endCxn id="3" idx="0"/>
          </p:cNvCxnSpPr>
          <p:nvPr/>
        </p:nvCxnSpPr>
        <p:spPr>
          <a:xfrm flipV="1">
            <a:off x="3914775" y="1562100"/>
            <a:ext cx="0" cy="103060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8" idx="2"/>
            <a:endCxn id="7" idx="0"/>
          </p:cNvCxnSpPr>
          <p:nvPr/>
        </p:nvCxnSpPr>
        <p:spPr>
          <a:xfrm flipH="1">
            <a:off x="1343025" y="6438900"/>
            <a:ext cx="2571750" cy="38100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9" idx="2"/>
            <a:endCxn id="7" idx="0"/>
          </p:cNvCxnSpPr>
          <p:nvPr/>
        </p:nvCxnSpPr>
        <p:spPr>
          <a:xfrm flipH="1">
            <a:off x="1343025" y="96964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11" idx="2"/>
            <a:endCxn id="7" idx="0"/>
          </p:cNvCxnSpPr>
          <p:nvPr/>
        </p:nvCxnSpPr>
        <p:spPr>
          <a:xfrm flipH="1">
            <a:off x="1343025" y="8610600"/>
            <a:ext cx="257175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7" idx="2"/>
            <a:endCxn id="3" idx="0"/>
          </p:cNvCxnSpPr>
          <p:nvPr/>
        </p:nvCxnSpPr>
        <p:spPr>
          <a:xfrm flipV="1">
            <a:off x="1343025" y="1562100"/>
            <a:ext cx="2571750" cy="92202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8" idx="2"/>
            <a:endCxn id="14" idx="0"/>
          </p:cNvCxnSpPr>
          <p:nvPr/>
        </p:nvCxnSpPr>
        <p:spPr>
          <a:xfrm>
            <a:off x="3914775" y="6438900"/>
            <a:ext cx="2571750" cy="38100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9" idx="2"/>
            <a:endCxn id="14" idx="0"/>
          </p:cNvCxnSpPr>
          <p:nvPr/>
        </p:nvCxnSpPr>
        <p:spPr>
          <a:xfrm>
            <a:off x="3914775" y="96964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11" idx="2"/>
            <a:endCxn id="14" idx="0"/>
          </p:cNvCxnSpPr>
          <p:nvPr/>
        </p:nvCxnSpPr>
        <p:spPr>
          <a:xfrm>
            <a:off x="3914775" y="8610600"/>
            <a:ext cx="257175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14" idx="2"/>
            <a:endCxn id="3" idx="0"/>
          </p:cNvCxnSpPr>
          <p:nvPr/>
        </p:nvCxnSpPr>
        <p:spPr>
          <a:xfrm flipH="1" flipV="1">
            <a:off x="3914775" y="1562100"/>
            <a:ext cx="2571750" cy="92202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