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544800" cy="45148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9115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GroupType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96290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ResourceType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153352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AASSubmodelTemplateGroupType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0527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AASConceptDictionaryGroupType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702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AASPackageStoreGroupType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924877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AASConceptDescriptionFileType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2052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AASPackageFileType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247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TemplateNamespace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DictionaryIdentifier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11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StoreIdentifier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629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ConceptIdentifier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34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PackageIdentifier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106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Digest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11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DigestAlg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629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ManifestDigest</a:t>
            </a:r>
          </a:p>
        </p:txBody>
      </p:sp>
      <p:cxnSp>
        <p:nvCxnSpPr>
          <p:cNvPr id="17" name="Connector 16"/>
          <p:cNvCxnSpPr>
            <a:stCxn id="2" idx="2"/>
            <a:endCxn id="4" idx="0"/>
          </p:cNvCxnSpPr>
          <p:nvPr/>
        </p:nvCxnSpPr>
        <p:spPr>
          <a:xfrm flipH="1">
            <a:off x="2628900" y="100965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95812" y="122872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9" name="Connector 18"/>
          <p:cNvCxnSpPr>
            <a:stCxn id="2" idx="2"/>
            <a:endCxn id="5" idx="0"/>
          </p:cNvCxnSpPr>
          <p:nvPr/>
        </p:nvCxnSpPr>
        <p:spPr>
          <a:xfrm flipH="1">
            <a:off x="5200650" y="100965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881687" y="122872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21" name="Connector 20"/>
          <p:cNvCxnSpPr>
            <a:stCxn id="2" idx="2"/>
            <a:endCxn id="6" idx="0"/>
          </p:cNvCxnSpPr>
          <p:nvPr/>
        </p:nvCxnSpPr>
        <p:spPr>
          <a:xfrm>
            <a:off x="6486525" y="100965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167562" y="122872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23" name="Connector 22"/>
          <p:cNvCxnSpPr>
            <a:stCxn id="3" idx="2"/>
            <a:endCxn id="7" idx="0"/>
          </p:cNvCxnSpPr>
          <p:nvPr/>
        </p:nvCxnSpPr>
        <p:spPr>
          <a:xfrm>
            <a:off x="9058275" y="100965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739312" y="122872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25" name="Connector 24"/>
          <p:cNvCxnSpPr>
            <a:stCxn id="3" idx="2"/>
            <a:endCxn id="8" idx="0"/>
          </p:cNvCxnSpPr>
          <p:nvPr/>
        </p:nvCxnSpPr>
        <p:spPr>
          <a:xfrm>
            <a:off x="9058275" y="100965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1025187" y="122872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27" name="Connector 26"/>
          <p:cNvCxnSpPr>
            <a:stCxn id="4" idx="2"/>
            <a:endCxn id="9" idx="0"/>
          </p:cNvCxnSpPr>
          <p:nvPr/>
        </p:nvCxnSpPr>
        <p:spPr>
          <a:xfrm flipH="1">
            <a:off x="1343025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024062" y="23145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9" name="Connector 28"/>
          <p:cNvCxnSpPr>
            <a:stCxn id="5" idx="2"/>
            <a:endCxn id="10" idx="0"/>
          </p:cNvCxnSpPr>
          <p:nvPr/>
        </p:nvCxnSpPr>
        <p:spPr>
          <a:xfrm flipH="1">
            <a:off x="3914775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95812" y="23145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31" name="Connector 30"/>
          <p:cNvCxnSpPr>
            <a:stCxn id="6" idx="2"/>
            <a:endCxn id="11" idx="0"/>
          </p:cNvCxnSpPr>
          <p:nvPr/>
        </p:nvCxnSpPr>
        <p:spPr>
          <a:xfrm flipH="1">
            <a:off x="6486525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167562" y="23145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33" name="Connector 32"/>
          <p:cNvCxnSpPr>
            <a:stCxn id="7" idx="2"/>
            <a:endCxn id="12" idx="0"/>
          </p:cNvCxnSpPr>
          <p:nvPr/>
        </p:nvCxnSpPr>
        <p:spPr>
          <a:xfrm flipH="1">
            <a:off x="9058275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739312" y="23145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35" name="Connector 34"/>
          <p:cNvCxnSpPr>
            <a:stCxn id="8" idx="2"/>
            <a:endCxn id="13" idx="0"/>
          </p:cNvCxnSpPr>
          <p:nvPr/>
        </p:nvCxnSpPr>
        <p:spPr>
          <a:xfrm flipH="1">
            <a:off x="11630025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2311062" y="23145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37" name="Connector 36"/>
          <p:cNvCxnSpPr>
            <a:stCxn id="8" idx="2"/>
            <a:endCxn id="14" idx="0"/>
          </p:cNvCxnSpPr>
          <p:nvPr/>
        </p:nvCxnSpPr>
        <p:spPr>
          <a:xfrm>
            <a:off x="12915900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3596937" y="23145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39" name="Connector 38"/>
          <p:cNvCxnSpPr>
            <a:stCxn id="8" idx="2"/>
            <a:endCxn id="15" idx="0"/>
          </p:cNvCxnSpPr>
          <p:nvPr/>
        </p:nvCxnSpPr>
        <p:spPr>
          <a:xfrm flipH="1">
            <a:off x="6486525" y="2095500"/>
            <a:ext cx="6429375" cy="163830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739312" y="328612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41" name="Connector 40"/>
          <p:cNvCxnSpPr>
            <a:stCxn id="8" idx="2"/>
            <a:endCxn id="16" idx="0"/>
          </p:cNvCxnSpPr>
          <p:nvPr/>
        </p:nvCxnSpPr>
        <p:spPr>
          <a:xfrm flipH="1">
            <a:off x="9058275" y="2095500"/>
            <a:ext cx="3857625" cy="163830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1025187" y="328612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