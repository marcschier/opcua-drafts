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5544800" cy="45148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677025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i="1">
                <a:solidFill>
                  <a:srgbClr val="111111"/>
                </a:solidFill>
                <a:latin typeface="Arial"/>
              </a:rPr>
              <a:t>AASSubmodelElementType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052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AASEntityType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67702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AASOperationType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9248775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  <a:effectLst>
            <a:outerShdw blurRad="0" dist="38100" dir="2700000" algn="tl" rotWithShape="0">
              <a:srgbClr val="BFBFBF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AASBasicEventElementType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&lt;Statement&gt;</a:t>
            </a:r>
          </a:p>
        </p:txBody>
      </p:sp>
      <p:sp>
        <p:nvSpPr>
          <p:cNvPr id="7" name="Rectangle 6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&lt;Variable&gt;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53911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EntityType</a:t>
            </a:r>
          </a:p>
        </p:txBody>
      </p:sp>
      <p:sp>
        <p:nvSpPr>
          <p:cNvPr id="9" name="Rectangle 8"/>
          <p:cNvSpPr/>
          <p:nvPr/>
        </p:nvSpPr>
        <p:spPr>
          <a:xfrm>
            <a:off x="79629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GlobalAssetId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34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SpecificAssetIds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106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InputVariables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OutputVariables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052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InoutputVariables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6770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Observed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24877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Direction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820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  <a:latin typeface="Arial"/>
              </a:rPr>
              <a:t>State</a:t>
            </a:r>
          </a:p>
        </p:txBody>
      </p:sp>
      <p:cxnSp>
        <p:nvCxnSpPr>
          <p:cNvPr id="17" name="Connector 16"/>
          <p:cNvCxnSpPr>
            <a:stCxn id="2" idx="2"/>
            <a:endCxn id="3" idx="0"/>
          </p:cNvCxnSpPr>
          <p:nvPr/>
        </p:nvCxnSpPr>
        <p:spPr>
          <a:xfrm flipH="1">
            <a:off x="5200650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52462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19" name="Connector 18"/>
          <p:cNvCxnSpPr>
            <a:stCxn id="2" idx="2"/>
            <a:endCxn id="4" idx="0"/>
          </p:cNvCxnSpPr>
          <p:nvPr/>
        </p:nvCxnSpPr>
        <p:spPr>
          <a:xfrm>
            <a:off x="7772400" y="1009650"/>
            <a:ext cx="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810500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1" name="Connector 20"/>
          <p:cNvCxnSpPr>
            <a:stCxn id="2" idx="2"/>
            <a:endCxn id="5" idx="0"/>
          </p:cNvCxnSpPr>
          <p:nvPr/>
        </p:nvCxnSpPr>
        <p:spPr>
          <a:xfrm>
            <a:off x="7772400" y="1009650"/>
            <a:ext cx="2571750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096375" y="1228725"/>
            <a:ext cx="48577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HasSubtype</a:t>
            </a:r>
          </a:p>
        </p:txBody>
      </p:sp>
      <p:cxnSp>
        <p:nvCxnSpPr>
          <p:cNvPr id="23" name="Connector 22"/>
          <p:cNvCxnSpPr>
            <a:stCxn id="3" idx="2"/>
            <a:endCxn id="6" idx="0"/>
          </p:cNvCxnSpPr>
          <p:nvPr/>
        </p:nvCxnSpPr>
        <p:spPr>
          <a:xfrm flipH="1">
            <a:off x="134302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30993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5" name="Connector 24"/>
          <p:cNvCxnSpPr>
            <a:stCxn id="4" idx="2"/>
            <a:endCxn id="7" idx="0"/>
          </p:cNvCxnSpPr>
          <p:nvPr/>
        </p:nvCxnSpPr>
        <p:spPr>
          <a:xfrm flipH="1">
            <a:off x="3914775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881687" y="2314575"/>
            <a:ext cx="619125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HasComponent</a:t>
            </a:r>
          </a:p>
        </p:txBody>
      </p:sp>
      <p:cxnSp>
        <p:nvCxnSpPr>
          <p:cNvPr id="27" name="Connector 26"/>
          <p:cNvCxnSpPr>
            <a:stCxn id="3" idx="2"/>
            <a:endCxn id="8" idx="0"/>
          </p:cNvCxnSpPr>
          <p:nvPr/>
        </p:nvCxnSpPr>
        <p:spPr>
          <a:xfrm>
            <a:off x="5200650" y="2095500"/>
            <a:ext cx="12858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5881687" y="2457450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29" name="Connector 28"/>
          <p:cNvCxnSpPr>
            <a:stCxn id="3" idx="2"/>
            <a:endCxn id="9" idx="0"/>
          </p:cNvCxnSpPr>
          <p:nvPr/>
        </p:nvCxnSpPr>
        <p:spPr>
          <a:xfrm>
            <a:off x="5200650" y="2095500"/>
            <a:ext cx="385762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7167562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1" name="Connector 30"/>
          <p:cNvCxnSpPr>
            <a:stCxn id="3" idx="2"/>
            <a:endCxn id="10" idx="0"/>
          </p:cNvCxnSpPr>
          <p:nvPr/>
        </p:nvCxnSpPr>
        <p:spPr>
          <a:xfrm>
            <a:off x="520065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845343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3" name="Connector 32"/>
          <p:cNvCxnSpPr>
            <a:stCxn id="4" idx="2"/>
            <a:endCxn id="11" idx="0"/>
          </p:cNvCxnSpPr>
          <p:nvPr/>
        </p:nvCxnSpPr>
        <p:spPr>
          <a:xfrm>
            <a:off x="7772400" y="2095500"/>
            <a:ext cx="6429375" cy="55245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11025187" y="231457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5" name="Connector 34"/>
          <p:cNvCxnSpPr>
            <a:stCxn id="4" idx="2"/>
            <a:endCxn id="12" idx="0"/>
          </p:cNvCxnSpPr>
          <p:nvPr/>
        </p:nvCxnSpPr>
        <p:spPr>
          <a:xfrm flipH="1">
            <a:off x="2628900" y="2095500"/>
            <a:ext cx="514350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5238750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7" name="Connector 36"/>
          <p:cNvCxnSpPr>
            <a:stCxn id="4" idx="2"/>
            <a:endCxn id="13" idx="0"/>
          </p:cNvCxnSpPr>
          <p:nvPr/>
        </p:nvCxnSpPr>
        <p:spPr>
          <a:xfrm flipH="1">
            <a:off x="520065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524625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39" name="Connector 38"/>
          <p:cNvCxnSpPr>
            <a:stCxn id="5" idx="2"/>
            <a:endCxn id="14" idx="0"/>
          </p:cNvCxnSpPr>
          <p:nvPr/>
        </p:nvCxnSpPr>
        <p:spPr>
          <a:xfrm flipH="1">
            <a:off x="777240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9096375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1" name="Connector 40"/>
          <p:cNvCxnSpPr>
            <a:stCxn id="5" idx="2"/>
            <a:endCxn id="15" idx="0"/>
          </p:cNvCxnSpPr>
          <p:nvPr/>
        </p:nvCxnSpPr>
        <p:spPr>
          <a:xfrm>
            <a:off x="10344150" y="2095500"/>
            <a:ext cx="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0382250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  <p:cxnSp>
        <p:nvCxnSpPr>
          <p:cNvPr id="43" name="Connector 42"/>
          <p:cNvCxnSpPr>
            <a:stCxn id="5" idx="2"/>
            <a:endCxn id="16" idx="0"/>
          </p:cNvCxnSpPr>
          <p:nvPr/>
        </p:nvCxnSpPr>
        <p:spPr>
          <a:xfrm>
            <a:off x="10344150" y="2095500"/>
            <a:ext cx="2571750" cy="1638300"/>
          </a:xfrm>
          <a:prstGeom prst="bentConnector3">
            <a:avLst/>
          </a:prstGeom>
          <a:ln w="12700">
            <a:solidFill>
              <a:srgbClr val="444444"/>
            </a:solidFill>
            <a:tailEnd type="stealth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11668125" y="3286125"/>
            <a:ext cx="495300" cy="1238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800">
                <a:solidFill>
                  <a:srgbClr val="444444"/>
                </a:solidFill>
              </a:rPr>
              <a:t>HasProperty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