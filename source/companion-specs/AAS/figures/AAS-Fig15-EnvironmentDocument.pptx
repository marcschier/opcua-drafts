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401300" cy="5600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RegistryType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ResourceType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AASRegistryType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0527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AASEnvironmentFileType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0527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&lt;Environment&gt;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EnvironmentIdentifier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9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Format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11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EnvironmentNode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629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Filtered</a:t>
            </a:r>
          </a:p>
        </p:txBody>
      </p:sp>
      <p:cxnSp>
        <p:nvCxnSpPr>
          <p:cNvPr id="11" name="Connector 10"/>
          <p:cNvCxnSpPr>
            <a:stCxn id="2" idx="2"/>
            <a:endCxn id="4" idx="0"/>
          </p:cNvCxnSpPr>
          <p:nvPr/>
        </p:nvCxnSpPr>
        <p:spPr>
          <a:xfrm>
            <a:off x="391477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95812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3" name="Connector 12"/>
          <p:cNvCxnSpPr>
            <a:stCxn id="3" idx="2"/>
            <a:endCxn id="5" idx="0"/>
          </p:cNvCxnSpPr>
          <p:nvPr/>
        </p:nvCxnSpPr>
        <p:spPr>
          <a:xfrm flipH="1">
            <a:off x="5200650" y="1009650"/>
            <a:ext cx="1285875" cy="27241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881687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5" name="Connector 14"/>
          <p:cNvCxnSpPr>
            <a:stCxn id="4" idx="2"/>
            <a:endCxn id="6" idx="0"/>
          </p:cNvCxnSpPr>
          <p:nvPr/>
        </p:nvCxnSpPr>
        <p:spPr>
          <a:xfrm>
            <a:off x="5200650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238750" y="2314575"/>
            <a:ext cx="4286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7" name="Connector 16"/>
          <p:cNvCxnSpPr>
            <a:stCxn id="6" idx="2"/>
            <a:endCxn id="5" idx="0"/>
          </p:cNvCxnSpPr>
          <p:nvPr/>
        </p:nvCxnSpPr>
        <p:spPr>
          <a:xfrm>
            <a:off x="5200650" y="31813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5" idx="2"/>
            <a:endCxn id="7" idx="0"/>
          </p:cNvCxnSpPr>
          <p:nvPr/>
        </p:nvCxnSpPr>
        <p:spPr>
          <a:xfrm flipH="1">
            <a:off x="1343025" y="42672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09937" y="44862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0" name="Connector 19"/>
          <p:cNvCxnSpPr>
            <a:stCxn id="5" idx="2"/>
            <a:endCxn id="8" idx="0"/>
          </p:cNvCxnSpPr>
          <p:nvPr/>
        </p:nvCxnSpPr>
        <p:spPr>
          <a:xfrm flipH="1">
            <a:off x="3914775" y="42672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95812" y="44862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2" name="Connector 21"/>
          <p:cNvCxnSpPr>
            <a:stCxn id="5" idx="2"/>
            <a:endCxn id="9" idx="0"/>
          </p:cNvCxnSpPr>
          <p:nvPr/>
        </p:nvCxnSpPr>
        <p:spPr>
          <a:xfrm>
            <a:off x="5200650" y="42672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81687" y="44862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4" name="Connector 23"/>
          <p:cNvCxnSpPr>
            <a:stCxn id="5" idx="2"/>
            <a:endCxn id="10" idx="0"/>
          </p:cNvCxnSpPr>
          <p:nvPr/>
        </p:nvCxnSpPr>
        <p:spPr>
          <a:xfrm>
            <a:off x="5200650" y="42672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67562" y="44862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