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FolderType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AASEnvironmentType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&lt;AssetAdministrationShell&gt;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&lt;Submodel&gt;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&lt;ConceptDescription&gt;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AASConceptDescriptionType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5287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67000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4" name="Connector 13"/>
          <p:cNvCxnSpPr>
            <a:stCxn id="3" idx="2"/>
            <a:endCxn id="5" idx="0"/>
          </p:cNvCxnSpPr>
          <p:nvPr/>
        </p:nvCxnSpPr>
        <p:spPr>
          <a:xfrm>
            <a:off x="39147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52875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6" name="Connector 15"/>
          <p:cNvCxnSpPr>
            <a:stCxn id="3" idx="2"/>
            <a:endCxn id="6" idx="0"/>
          </p:cNvCxnSpPr>
          <p:nvPr/>
        </p:nvCxnSpPr>
        <p:spPr>
          <a:xfrm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38750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8" name="Connector 17"/>
          <p:cNvCxnSpPr>
            <a:stCxn id="4" idx="2"/>
            <a:endCxn id="7" idx="0"/>
          </p:cNvCxnSpPr>
          <p:nvPr/>
        </p:nvCxnSpPr>
        <p:spPr>
          <a:xfrm>
            <a:off x="134302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5" idx="2"/>
            <a:endCxn id="8" idx="0"/>
          </p:cNvCxnSpPr>
          <p:nvPr/>
        </p:nvCxnSpPr>
        <p:spPr>
          <a:xfrm>
            <a:off x="391477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6" idx="2"/>
            <a:endCxn id="9" idx="0"/>
          </p:cNvCxnSpPr>
          <p:nvPr/>
        </p:nvCxnSpPr>
        <p:spPr>
          <a:xfrm>
            <a:off x="648652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