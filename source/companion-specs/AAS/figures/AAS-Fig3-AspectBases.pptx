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AASHasSemanticsType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AASHasKindType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AASHasDataSpecificationType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AASQualifiableType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SemanticId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SupplementalSemanticIds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Kind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EmbeddedDataSpecifications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Qualifiers</a:t>
            </a:r>
          </a:p>
        </p:txBody>
      </p:sp>
      <p:cxnSp>
        <p:nvCxnSpPr>
          <p:cNvPr id="12" name="Connector 11"/>
          <p:cNvCxnSpPr>
            <a:stCxn id="2" idx="2"/>
            <a:endCxn id="3" idx="0"/>
          </p:cNvCxnSpPr>
          <p:nvPr/>
        </p:nvCxnSpPr>
        <p:spPr>
          <a:xfrm flipH="1">
            <a:off x="26289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9581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4" name="Connector 13"/>
          <p:cNvCxnSpPr>
            <a:stCxn id="2" idx="2"/>
            <a:endCxn id="4" idx="0"/>
          </p:cNvCxnSpPr>
          <p:nvPr/>
        </p:nvCxnSpPr>
        <p:spPr>
          <a:xfrm flipH="1">
            <a:off x="520065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168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6" name="Connector 15"/>
          <p:cNvCxnSpPr>
            <a:stCxn id="2" idx="2"/>
            <a:endCxn id="5" idx="0"/>
          </p:cNvCxnSpPr>
          <p:nvPr/>
        </p:nvCxnSpPr>
        <p:spPr>
          <a:xfrm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6756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8" name="Connector 17"/>
          <p:cNvCxnSpPr>
            <a:stCxn id="2" idx="2"/>
            <a:endCxn id="6" idx="0"/>
          </p:cNvCxnSpPr>
          <p:nvPr/>
        </p:nvCxnSpPr>
        <p:spPr>
          <a:xfrm>
            <a:off x="648652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343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0" name="Connector 19"/>
          <p:cNvCxnSpPr>
            <a:stCxn id="3" idx="2"/>
            <a:endCxn id="7" idx="0"/>
          </p:cNvCxnSpPr>
          <p:nvPr/>
        </p:nvCxnSpPr>
        <p:spPr>
          <a:xfrm flipH="1">
            <a:off x="13430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2406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2" name="Connector 21"/>
          <p:cNvCxnSpPr>
            <a:stCxn id="3" idx="2"/>
            <a:endCxn id="8" idx="0"/>
          </p:cNvCxnSpPr>
          <p:nvPr/>
        </p:nvCxnSpPr>
        <p:spPr>
          <a:xfrm>
            <a:off x="26289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0993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4" idx="2"/>
            <a:endCxn id="9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8168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6" name="Connector 25"/>
          <p:cNvCxnSpPr>
            <a:stCxn id="5" idx="2"/>
            <a:endCxn id="10" idx="0"/>
          </p:cNvCxnSpPr>
          <p:nvPr/>
        </p:nvCxnSpPr>
        <p:spPr>
          <a:xfrm>
            <a:off x="77724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5343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8" name="Connector 27"/>
          <p:cNvCxnSpPr>
            <a:stCxn id="6" idx="2"/>
            <a:endCxn id="11" idx="0"/>
          </p:cNvCxnSpPr>
          <p:nvPr/>
        </p:nvCxnSpPr>
        <p:spPr>
          <a:xfrm>
            <a:off x="103441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02518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